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96" r:id="rId1"/>
  </p:sldMasterIdLst>
  <p:notesMasterIdLst>
    <p:notesMasterId r:id="rId16"/>
  </p:notesMasterIdLst>
  <p:sldIdLst>
    <p:sldId id="283" r:id="rId2"/>
    <p:sldId id="257" r:id="rId3"/>
    <p:sldId id="282" r:id="rId4"/>
    <p:sldId id="287" r:id="rId5"/>
    <p:sldId id="259" r:id="rId6"/>
    <p:sldId id="291" r:id="rId7"/>
    <p:sldId id="288" r:id="rId8"/>
    <p:sldId id="278" r:id="rId9"/>
    <p:sldId id="273" r:id="rId10"/>
    <p:sldId id="281" r:id="rId11"/>
    <p:sldId id="279" r:id="rId12"/>
    <p:sldId id="280" r:id="rId13"/>
    <p:sldId id="277" r:id="rId14"/>
    <p:sldId id="27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7" roundtripDataSignature="AMtx7mjt3491jQ7aCoyIz2WXeHKroE7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6493C2-F961-AE6C-C78A-A3E397BAC3D1}" v="77" dt="2026-01-24T07:12:45.064"/>
    <p1510:client id="{857E11F3-F11C-6843-C73E-27677A40A984}" v="240" dt="2026-01-24T07:27:37.625"/>
  </p1510:revLst>
</p1510:revInfo>
</file>

<file path=ppt/tableStyles.xml><?xml version="1.0" encoding="utf-8"?>
<a:tblStyleLst xmlns:a="http://schemas.openxmlformats.org/drawingml/2006/main" def="{0AAD8F4D-43EB-41E5-8A38-28AB6DFB1B60}">
  <a:tblStyle styleId="{0AAD8F4D-43EB-41E5-8A38-28AB6DFB1B6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86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gesh Raje" userId="S::yogesh@edunetfoundation.org::9e0ba697-e1dc-452b-989f-11655901edb1" providerId="AD" clId="Web-{7AA78274-F908-906D-30B8-02717F7468DA}"/>
    <pc:docChg chg="modSld">
      <pc:chgData name="Yogesh Raje" userId="S::yogesh@edunetfoundation.org::9e0ba697-e1dc-452b-989f-11655901edb1" providerId="AD" clId="Web-{7AA78274-F908-906D-30B8-02717F7468DA}" dt="2026-01-15T05:22:26.930" v="15" actId="20577"/>
      <pc:docMkLst>
        <pc:docMk/>
      </pc:docMkLst>
      <pc:sldChg chg="modSp">
        <pc:chgData name="Yogesh Raje" userId="S::yogesh@edunetfoundation.org::9e0ba697-e1dc-452b-989f-11655901edb1" providerId="AD" clId="Web-{7AA78274-F908-906D-30B8-02717F7468DA}" dt="2026-01-15T05:22:26.930" v="15" actId="20577"/>
        <pc:sldMkLst>
          <pc:docMk/>
          <pc:sldMk cId="957564641" sldId="283"/>
        </pc:sldMkLst>
        <pc:spChg chg="mod">
          <ac:chgData name="Yogesh Raje" userId="S::yogesh@edunetfoundation.org::9e0ba697-e1dc-452b-989f-11655901edb1" providerId="AD" clId="Web-{7AA78274-F908-906D-30B8-02717F7468DA}" dt="2026-01-15T05:22:24.774" v="14" actId="1076"/>
          <ac:spMkLst>
            <pc:docMk/>
            <pc:sldMk cId="957564641" sldId="283"/>
            <ac:spMk id="2" creationId="{9AF97BF8-B3EC-77A2-9BFD-D66830272D56}"/>
          </ac:spMkLst>
        </pc:spChg>
        <pc:spChg chg="mod">
          <ac:chgData name="Yogesh Raje" userId="S::yogesh@edunetfoundation.org::9e0ba697-e1dc-452b-989f-11655901edb1" providerId="AD" clId="Web-{7AA78274-F908-906D-30B8-02717F7468DA}" dt="2026-01-15T05:22:26.930" v="15" actId="20577"/>
          <ac:spMkLst>
            <pc:docMk/>
            <pc:sldMk cId="957564641" sldId="283"/>
            <ac:spMk id="3" creationId="{FFAB85A1-2169-FF43-3E91-E2E8ADA742FF}"/>
          </ac:spMkLst>
        </pc:spChg>
      </pc:sldChg>
    </pc:docChg>
  </pc:docChgLst>
  <pc:docChgLst>
    <pc:chgData name="Thoufiq Z" userId="S::thoufiqz@edunetfoundation.org::83fa815d-fc3a-4272-b584-16b68fbcd8b9" providerId="AD" clId="Web-{392FB351-EFB2-ADE2-BBDC-DA8A76A84AAE}"/>
    <pc:docChg chg="modSld">
      <pc:chgData name="Thoufiq Z" userId="S::thoufiqz@edunetfoundation.org::83fa815d-fc3a-4272-b584-16b68fbcd8b9" providerId="AD" clId="Web-{392FB351-EFB2-ADE2-BBDC-DA8A76A84AAE}" dt="2026-01-22T06:07:07.605" v="0" actId="1076"/>
      <pc:docMkLst>
        <pc:docMk/>
      </pc:docMkLst>
      <pc:sldChg chg="modSp">
        <pc:chgData name="Thoufiq Z" userId="S::thoufiqz@edunetfoundation.org::83fa815d-fc3a-4272-b584-16b68fbcd8b9" providerId="AD" clId="Web-{392FB351-EFB2-ADE2-BBDC-DA8A76A84AAE}" dt="2026-01-22T06:07:07.605" v="0" actId="1076"/>
        <pc:sldMkLst>
          <pc:docMk/>
          <pc:sldMk cId="2772501912" sldId="279"/>
        </pc:sldMkLst>
        <pc:picChg chg="mod">
          <ac:chgData name="Thoufiq Z" userId="S::thoufiqz@edunetfoundation.org::83fa815d-fc3a-4272-b584-16b68fbcd8b9" providerId="AD" clId="Web-{392FB351-EFB2-ADE2-BBDC-DA8A76A84AAE}" dt="2026-01-22T06:07:07.605" v="0" actId="1076"/>
          <ac:picMkLst>
            <pc:docMk/>
            <pc:sldMk cId="2772501912" sldId="279"/>
            <ac:picMk id="3" creationId="{11BF3590-52D3-DC9D-2C84-E66D9597D77D}"/>
          </ac:picMkLst>
        </pc:picChg>
      </pc:sldChg>
    </pc:docChg>
  </pc:docChgLst>
  <pc:docChgLst>
    <pc:chgData name="Guest User" userId="S::urn:spo:tenantanon#ad06ef22-d6dc-4a55-b4c1-c3a158f5f147::" providerId="AD" clId="Web-{696493C2-F961-AE6C-C78A-A3E397BAC3D1}"/>
    <pc:docChg chg="addSld delSld modSld sldOrd">
      <pc:chgData name="Guest User" userId="S::urn:spo:tenantanon#ad06ef22-d6dc-4a55-b4c1-c3a158f5f147::" providerId="AD" clId="Web-{696493C2-F961-AE6C-C78A-A3E397BAC3D1}" dt="2026-01-24T07:12:45.064" v="42" actId="1076"/>
      <pc:docMkLst>
        <pc:docMk/>
      </pc:docMkLst>
      <pc:sldChg chg="addSp modSp">
        <pc:chgData name="Guest User" userId="S::urn:spo:tenantanon#ad06ef22-d6dc-4a55-b4c1-c3a158f5f147::" providerId="AD" clId="Web-{696493C2-F961-AE6C-C78A-A3E397BAC3D1}" dt="2026-01-24T07:12:45.064" v="42" actId="1076"/>
        <pc:sldMkLst>
          <pc:docMk/>
          <pc:sldMk cId="0" sldId="257"/>
        </pc:sldMkLst>
        <pc:picChg chg="add mod">
          <ac:chgData name="Guest User" userId="S::urn:spo:tenantanon#ad06ef22-d6dc-4a55-b4c1-c3a158f5f147::" providerId="AD" clId="Web-{696493C2-F961-AE6C-C78A-A3E397BAC3D1}" dt="2026-01-24T07:12:45.064" v="42" actId="1076"/>
          <ac:picMkLst>
            <pc:docMk/>
            <pc:sldMk cId="0" sldId="257"/>
            <ac:picMk id="2" creationId="{330C9D4A-B972-85E9-7C58-A77163220759}"/>
          </ac:picMkLst>
        </pc:picChg>
        <pc:picChg chg="mod">
          <ac:chgData name="Guest User" userId="S::urn:spo:tenantanon#ad06ef22-d6dc-4a55-b4c1-c3a158f5f147::" providerId="AD" clId="Web-{696493C2-F961-AE6C-C78A-A3E397BAC3D1}" dt="2026-01-24T07:12:38.471" v="40" actId="1076"/>
          <ac:picMkLst>
            <pc:docMk/>
            <pc:sldMk cId="0" sldId="257"/>
            <ac:picMk id="98" creationId="{00000000-0000-0000-0000-000000000000}"/>
          </ac:picMkLst>
        </pc:picChg>
      </pc:sldChg>
      <pc:sldChg chg="del">
        <pc:chgData name="Guest User" userId="S::urn:spo:tenantanon#ad06ef22-d6dc-4a55-b4c1-c3a158f5f147::" providerId="AD" clId="Web-{696493C2-F961-AE6C-C78A-A3E397BAC3D1}" dt="2026-01-24T07:11:10.355" v="30"/>
        <pc:sldMkLst>
          <pc:docMk/>
          <pc:sldMk cId="0" sldId="260"/>
        </pc:sldMkLst>
      </pc:sldChg>
      <pc:sldChg chg="modSp">
        <pc:chgData name="Guest User" userId="S::urn:spo:tenantanon#ad06ef22-d6dc-4a55-b4c1-c3a158f5f147::" providerId="AD" clId="Web-{696493C2-F961-AE6C-C78A-A3E397BAC3D1}" dt="2026-01-24T07:12:27.846" v="39" actId="20577"/>
        <pc:sldMkLst>
          <pc:docMk/>
          <pc:sldMk cId="0" sldId="262"/>
        </pc:sldMkLst>
        <pc:spChg chg="mod">
          <ac:chgData name="Guest User" userId="S::urn:spo:tenantanon#ad06ef22-d6dc-4a55-b4c1-c3a158f5f147::" providerId="AD" clId="Web-{696493C2-F961-AE6C-C78A-A3E397BAC3D1}" dt="2026-01-24T07:12:27.846" v="39" actId="20577"/>
          <ac:spMkLst>
            <pc:docMk/>
            <pc:sldMk cId="0" sldId="262"/>
            <ac:spMk id="179" creationId="{00000000-0000-0000-0000-000000000000}"/>
          </ac:spMkLst>
        </pc:spChg>
      </pc:sldChg>
      <pc:sldChg chg="del">
        <pc:chgData name="Guest User" userId="S::urn:spo:tenantanon#ad06ef22-d6dc-4a55-b4c1-c3a158f5f147::" providerId="AD" clId="Web-{696493C2-F961-AE6C-C78A-A3E397BAC3D1}" dt="2026-01-24T07:09:11.881" v="10"/>
        <pc:sldMkLst>
          <pc:docMk/>
          <pc:sldMk cId="0" sldId="264"/>
        </pc:sldMkLst>
      </pc:sldChg>
      <pc:sldChg chg="ord">
        <pc:chgData name="Guest User" userId="S::urn:spo:tenantanon#ad06ef22-d6dc-4a55-b4c1-c3a158f5f147::" providerId="AD" clId="Web-{696493C2-F961-AE6C-C78A-A3E397BAC3D1}" dt="2026-01-24T07:10:35.495" v="28"/>
        <pc:sldMkLst>
          <pc:docMk/>
          <pc:sldMk cId="3764405840" sldId="278"/>
        </pc:sldMkLst>
      </pc:sldChg>
      <pc:sldChg chg="addSp modSp ord">
        <pc:chgData name="Guest User" userId="S::urn:spo:tenantanon#ad06ef22-d6dc-4a55-b4c1-c3a158f5f147::" providerId="AD" clId="Web-{696493C2-F961-AE6C-C78A-A3E397BAC3D1}" dt="2026-01-24T07:08:56.974" v="9"/>
        <pc:sldMkLst>
          <pc:docMk/>
          <pc:sldMk cId="2772501912" sldId="279"/>
        </pc:sldMkLst>
        <pc:spChg chg="add mod">
          <ac:chgData name="Guest User" userId="S::urn:spo:tenantanon#ad06ef22-d6dc-4a55-b4c1-c3a158f5f147::" providerId="AD" clId="Web-{696493C2-F961-AE6C-C78A-A3E397BAC3D1}" dt="2026-01-24T07:08:48.974" v="8" actId="20577"/>
          <ac:spMkLst>
            <pc:docMk/>
            <pc:sldMk cId="2772501912" sldId="279"/>
            <ac:spMk id="2" creationId="{48079FEC-4447-C4FA-64A4-CB532564DAF6}"/>
          </ac:spMkLst>
        </pc:spChg>
      </pc:sldChg>
      <pc:sldChg chg="ord">
        <pc:chgData name="Guest User" userId="S::urn:spo:tenantanon#ad06ef22-d6dc-4a55-b4c1-c3a158f5f147::" providerId="AD" clId="Web-{696493C2-F961-AE6C-C78A-A3E397BAC3D1}" dt="2026-01-24T07:10:52.089" v="29"/>
        <pc:sldMkLst>
          <pc:docMk/>
          <pc:sldMk cId="328526394" sldId="281"/>
        </pc:sldMkLst>
      </pc:sldChg>
      <pc:sldChg chg="modSp add replId">
        <pc:chgData name="Guest User" userId="S::urn:spo:tenantanon#ad06ef22-d6dc-4a55-b4c1-c3a158f5f147::" providerId="AD" clId="Web-{696493C2-F961-AE6C-C78A-A3E397BAC3D1}" dt="2026-01-24T07:09:33.068" v="20" actId="20577"/>
        <pc:sldMkLst>
          <pc:docMk/>
          <pc:sldMk cId="795043773" sldId="284"/>
        </pc:sldMkLst>
        <pc:spChg chg="mod">
          <ac:chgData name="Guest User" userId="S::urn:spo:tenantanon#ad06ef22-d6dc-4a55-b4c1-c3a158f5f147::" providerId="AD" clId="Web-{696493C2-F961-AE6C-C78A-A3E397BAC3D1}" dt="2026-01-24T07:09:33.068" v="20" actId="20577"/>
          <ac:spMkLst>
            <pc:docMk/>
            <pc:sldMk cId="795043773" sldId="284"/>
            <ac:spMk id="2" creationId="{DD23FCBA-FC00-378F-C117-12DC1F4FD6E0}"/>
          </ac:spMkLst>
        </pc:spChg>
      </pc:sldChg>
      <pc:sldChg chg="modSp add replId">
        <pc:chgData name="Guest User" userId="S::urn:spo:tenantanon#ad06ef22-d6dc-4a55-b4c1-c3a158f5f147::" providerId="AD" clId="Web-{696493C2-F961-AE6C-C78A-A3E397BAC3D1}" dt="2026-01-24T07:09:48.006" v="22" actId="20577"/>
        <pc:sldMkLst>
          <pc:docMk/>
          <pc:sldMk cId="1135684311" sldId="285"/>
        </pc:sldMkLst>
        <pc:spChg chg="mod">
          <ac:chgData name="Guest User" userId="S::urn:spo:tenantanon#ad06ef22-d6dc-4a55-b4c1-c3a158f5f147::" providerId="AD" clId="Web-{696493C2-F961-AE6C-C78A-A3E397BAC3D1}" dt="2026-01-24T07:09:48.006" v="22" actId="20577"/>
          <ac:spMkLst>
            <pc:docMk/>
            <pc:sldMk cId="1135684311" sldId="285"/>
            <ac:spMk id="2" creationId="{6FFE5FD7-2292-570F-1397-1E9287F8CB9D}"/>
          </ac:spMkLst>
        </pc:spChg>
      </pc:sldChg>
      <pc:sldChg chg="modSp add replId">
        <pc:chgData name="Guest User" userId="S::urn:spo:tenantanon#ad06ef22-d6dc-4a55-b4c1-c3a158f5f147::" providerId="AD" clId="Web-{696493C2-F961-AE6C-C78A-A3E397BAC3D1}" dt="2026-01-24T07:09:56.521" v="25" actId="20577"/>
        <pc:sldMkLst>
          <pc:docMk/>
          <pc:sldMk cId="1138841112" sldId="286"/>
        </pc:sldMkLst>
        <pc:spChg chg="mod">
          <ac:chgData name="Guest User" userId="S::urn:spo:tenantanon#ad06ef22-d6dc-4a55-b4c1-c3a158f5f147::" providerId="AD" clId="Web-{696493C2-F961-AE6C-C78A-A3E397BAC3D1}" dt="2026-01-24T07:09:56.521" v="25" actId="20577"/>
          <ac:spMkLst>
            <pc:docMk/>
            <pc:sldMk cId="1138841112" sldId="286"/>
            <ac:spMk id="2" creationId="{CF9D04B6-7646-B3BF-9A84-684A467FADAB}"/>
          </ac:spMkLst>
        </pc:spChg>
      </pc:sldChg>
    </pc:docChg>
  </pc:docChgLst>
  <pc:docChgLst>
    <pc:chgData name="Yogesh Raje" userId="S::yogesh@edunetfoundation.org::9e0ba697-e1dc-452b-989f-11655901edb1" providerId="AD" clId="Web-{857E11F3-F11C-6843-C73E-27677A40A984}"/>
    <pc:docChg chg="addSld delSld modSld sldOrd">
      <pc:chgData name="Yogesh Raje" userId="S::yogesh@edunetfoundation.org::9e0ba697-e1dc-452b-989f-11655901edb1" providerId="AD" clId="Web-{857E11F3-F11C-6843-C73E-27677A40A984}" dt="2026-01-24T07:27:35.250" v="160" actId="20577"/>
      <pc:docMkLst>
        <pc:docMk/>
      </pc:docMkLst>
      <pc:sldChg chg="addSp">
        <pc:chgData name="Yogesh Raje" userId="S::yogesh@edunetfoundation.org::9e0ba697-e1dc-452b-989f-11655901edb1" providerId="AD" clId="Web-{857E11F3-F11C-6843-C73E-27677A40A984}" dt="2026-01-24T07:25:33.140" v="128"/>
        <pc:sldMkLst>
          <pc:docMk/>
          <pc:sldMk cId="0" sldId="257"/>
        </pc:sldMkLst>
        <pc:picChg chg="add">
          <ac:chgData name="Yogesh Raje" userId="S::yogesh@edunetfoundation.org::9e0ba697-e1dc-452b-989f-11655901edb1" providerId="AD" clId="Web-{857E11F3-F11C-6843-C73E-27677A40A984}" dt="2026-01-24T07:25:33.140" v="128"/>
          <ac:picMkLst>
            <pc:docMk/>
            <pc:sldMk cId="0" sldId="257"/>
            <ac:picMk id="4" creationId="{93071BE8-5070-42BA-3450-6F0039B8532C}"/>
          </ac:picMkLst>
        </pc:picChg>
      </pc:sldChg>
      <pc:sldChg chg="addSp delSp modSp">
        <pc:chgData name="Yogesh Raje" userId="S::yogesh@edunetfoundation.org::9e0ba697-e1dc-452b-989f-11655901edb1" providerId="AD" clId="Web-{857E11F3-F11C-6843-C73E-27677A40A984}" dt="2026-01-24T07:25:39.546" v="130"/>
        <pc:sldMkLst>
          <pc:docMk/>
          <pc:sldMk cId="0" sldId="259"/>
        </pc:sldMkLst>
        <pc:spChg chg="add mod">
          <ac:chgData name="Yogesh Raje" userId="S::yogesh@edunetfoundation.org::9e0ba697-e1dc-452b-989f-11655901edb1" providerId="AD" clId="Web-{857E11F3-F11C-6843-C73E-27677A40A984}" dt="2026-01-24T07:17:44.196" v="33" actId="20577"/>
          <ac:spMkLst>
            <pc:docMk/>
            <pc:sldMk cId="0" sldId="259"/>
            <ac:spMk id="3" creationId="{2F548320-B634-92CD-C520-43B25557F859}"/>
          </ac:spMkLst>
        </pc:spChg>
        <pc:picChg chg="add">
          <ac:chgData name="Yogesh Raje" userId="S::yogesh@edunetfoundation.org::9e0ba697-e1dc-452b-989f-11655901edb1" providerId="AD" clId="Web-{857E11F3-F11C-6843-C73E-27677A40A984}" dt="2026-01-24T07:25:39.546" v="130"/>
          <ac:picMkLst>
            <pc:docMk/>
            <pc:sldMk cId="0" sldId="259"/>
            <ac:picMk id="5" creationId="{68EE1157-422B-2DEC-F7BF-0A06B973C983}"/>
          </ac:picMkLst>
        </pc:picChg>
        <pc:picChg chg="del">
          <ac:chgData name="Yogesh Raje" userId="S::yogesh@edunetfoundation.org::9e0ba697-e1dc-452b-989f-11655901edb1" providerId="AD" clId="Web-{857E11F3-F11C-6843-C73E-27677A40A984}" dt="2026-01-24T07:16:16.991" v="16"/>
          <ac:picMkLst>
            <pc:docMk/>
            <pc:sldMk cId="0" sldId="259"/>
            <ac:picMk id="115" creationId="{00000000-0000-0000-0000-000000000000}"/>
          </ac:picMkLst>
        </pc:picChg>
      </pc:sldChg>
      <pc:sldChg chg="addSp modSp">
        <pc:chgData name="Yogesh Raje" userId="S::yogesh@edunetfoundation.org::9e0ba697-e1dc-452b-989f-11655901edb1" providerId="AD" clId="Web-{857E11F3-F11C-6843-C73E-27677A40A984}" dt="2026-01-24T07:25:59.343" v="136" actId="14100"/>
        <pc:sldMkLst>
          <pc:docMk/>
          <pc:sldMk cId="0" sldId="262"/>
        </pc:sldMkLst>
        <pc:spChg chg="mod">
          <ac:chgData name="Yogesh Raje" userId="S::yogesh@edunetfoundation.org::9e0ba697-e1dc-452b-989f-11655901edb1" providerId="AD" clId="Web-{857E11F3-F11C-6843-C73E-27677A40A984}" dt="2026-01-24T07:19:31.666" v="54" actId="1076"/>
          <ac:spMkLst>
            <pc:docMk/>
            <pc:sldMk cId="0" sldId="262"/>
            <ac:spMk id="179" creationId="{00000000-0000-0000-0000-000000000000}"/>
          </ac:spMkLst>
        </pc:spChg>
        <pc:picChg chg="add">
          <ac:chgData name="Yogesh Raje" userId="S::yogesh@edunetfoundation.org::9e0ba697-e1dc-452b-989f-11655901edb1" providerId="AD" clId="Web-{857E11F3-F11C-6843-C73E-27677A40A984}" dt="2026-01-24T07:25:54.453" v="135"/>
          <ac:picMkLst>
            <pc:docMk/>
            <pc:sldMk cId="0" sldId="262"/>
            <ac:picMk id="3" creationId="{13F004CF-732B-B365-E320-17AD7B82A8D0}"/>
          </ac:picMkLst>
        </pc:picChg>
        <pc:picChg chg="mod">
          <ac:chgData name="Yogesh Raje" userId="S::yogesh@edunetfoundation.org::9e0ba697-e1dc-452b-989f-11655901edb1" providerId="AD" clId="Web-{857E11F3-F11C-6843-C73E-27677A40A984}" dt="2026-01-24T07:25:59.343" v="136" actId="14100"/>
          <ac:picMkLst>
            <pc:docMk/>
            <pc:sldMk cId="0" sldId="262"/>
            <ac:picMk id="178" creationId="{00000000-0000-0000-0000-000000000000}"/>
          </ac:picMkLst>
        </pc:picChg>
      </pc:sldChg>
      <pc:sldChg chg="addSp delSp modSp ord">
        <pc:chgData name="Yogesh Raje" userId="S::yogesh@edunetfoundation.org::9e0ba697-e1dc-452b-989f-11655901edb1" providerId="AD" clId="Web-{857E11F3-F11C-6843-C73E-27677A40A984}" dt="2026-01-24T07:25:51.687" v="134"/>
        <pc:sldMkLst>
          <pc:docMk/>
          <pc:sldMk cId="0" sldId="273"/>
        </pc:sldMkLst>
        <pc:spChg chg="mod">
          <ac:chgData name="Yogesh Raje" userId="S::yogesh@edunetfoundation.org::9e0ba697-e1dc-452b-989f-11655901edb1" providerId="AD" clId="Web-{857E11F3-F11C-6843-C73E-27677A40A984}" dt="2026-01-24T07:21:46.793" v="105" actId="1076"/>
          <ac:spMkLst>
            <pc:docMk/>
            <pc:sldMk cId="0" sldId="273"/>
            <ac:spMk id="279" creationId="{00000000-0000-0000-0000-000000000000}"/>
          </ac:spMkLst>
        </pc:spChg>
        <pc:spChg chg="mod">
          <ac:chgData name="Yogesh Raje" userId="S::yogesh@edunetfoundation.org::9e0ba697-e1dc-452b-989f-11655901edb1" providerId="AD" clId="Web-{857E11F3-F11C-6843-C73E-27677A40A984}" dt="2026-01-24T07:21:49.153" v="106" actId="1076"/>
          <ac:spMkLst>
            <pc:docMk/>
            <pc:sldMk cId="0" sldId="273"/>
            <ac:spMk id="280" creationId="{00000000-0000-0000-0000-000000000000}"/>
          </ac:spMkLst>
        </pc:spChg>
        <pc:spChg chg="mod">
          <ac:chgData name="Yogesh Raje" userId="S::yogesh@edunetfoundation.org::9e0ba697-e1dc-452b-989f-11655901edb1" providerId="AD" clId="Web-{857E11F3-F11C-6843-C73E-27677A40A984}" dt="2026-01-24T07:21:52.246" v="107" actId="1076"/>
          <ac:spMkLst>
            <pc:docMk/>
            <pc:sldMk cId="0" sldId="273"/>
            <ac:spMk id="281" creationId="{00000000-0000-0000-0000-000000000000}"/>
          </ac:spMkLst>
        </pc:spChg>
        <pc:spChg chg="del mod">
          <ac:chgData name="Yogesh Raje" userId="S::yogesh@edunetfoundation.org::9e0ba697-e1dc-452b-989f-11655901edb1" providerId="AD" clId="Web-{857E11F3-F11C-6843-C73E-27677A40A984}" dt="2026-01-24T07:22:01.356" v="109"/>
          <ac:spMkLst>
            <pc:docMk/>
            <pc:sldMk cId="0" sldId="273"/>
            <ac:spMk id="282" creationId="{00000000-0000-0000-0000-000000000000}"/>
          </ac:spMkLst>
        </pc:spChg>
        <pc:picChg chg="add">
          <ac:chgData name="Yogesh Raje" userId="S::yogesh@edunetfoundation.org::9e0ba697-e1dc-452b-989f-11655901edb1" providerId="AD" clId="Web-{857E11F3-F11C-6843-C73E-27677A40A984}" dt="2026-01-24T07:25:51.687" v="134"/>
          <ac:picMkLst>
            <pc:docMk/>
            <pc:sldMk cId="0" sldId="273"/>
            <ac:picMk id="3" creationId="{676BD740-4294-408A-9014-7C75E9F50954}"/>
          </ac:picMkLst>
        </pc:picChg>
      </pc:sldChg>
      <pc:sldChg chg="addSp">
        <pc:chgData name="Yogesh Raje" userId="S::yogesh@edunetfoundation.org::9e0ba697-e1dc-452b-989f-11655901edb1" providerId="AD" clId="Web-{857E11F3-F11C-6843-C73E-27677A40A984}" dt="2026-01-24T07:26:14.625" v="144"/>
        <pc:sldMkLst>
          <pc:docMk/>
          <pc:sldMk cId="0" sldId="276"/>
        </pc:sldMkLst>
        <pc:picChg chg="add">
          <ac:chgData name="Yogesh Raje" userId="S::yogesh@edunetfoundation.org::9e0ba697-e1dc-452b-989f-11655901edb1" providerId="AD" clId="Web-{857E11F3-F11C-6843-C73E-27677A40A984}" dt="2026-01-24T07:26:14.625" v="144"/>
          <ac:picMkLst>
            <pc:docMk/>
            <pc:sldMk cId="0" sldId="276"/>
            <ac:picMk id="3" creationId="{BA9DDD0D-7A91-1E4E-00BA-F7FF05ABF76F}"/>
          </ac:picMkLst>
        </pc:picChg>
      </pc:sldChg>
      <pc:sldChg chg="addSp ord">
        <pc:chgData name="Yogesh Raje" userId="S::yogesh@edunetfoundation.org::9e0ba697-e1dc-452b-989f-11655901edb1" providerId="AD" clId="Web-{857E11F3-F11C-6843-C73E-27677A40A984}" dt="2026-01-24T07:26:13.031" v="143"/>
        <pc:sldMkLst>
          <pc:docMk/>
          <pc:sldMk cId="2115484872" sldId="277"/>
        </pc:sldMkLst>
        <pc:picChg chg="add">
          <ac:chgData name="Yogesh Raje" userId="S::yogesh@edunetfoundation.org::9e0ba697-e1dc-452b-989f-11655901edb1" providerId="AD" clId="Web-{857E11F3-F11C-6843-C73E-27677A40A984}" dt="2026-01-24T07:26:13.031" v="143"/>
          <ac:picMkLst>
            <pc:docMk/>
            <pc:sldMk cId="2115484872" sldId="277"/>
            <ac:picMk id="3" creationId="{B8925A06-F7F9-F25E-EBB3-1891B33446BF}"/>
          </ac:picMkLst>
        </pc:picChg>
      </pc:sldChg>
      <pc:sldChg chg="addSp">
        <pc:chgData name="Yogesh Raje" userId="S::yogesh@edunetfoundation.org::9e0ba697-e1dc-452b-989f-11655901edb1" providerId="AD" clId="Web-{857E11F3-F11C-6843-C73E-27677A40A984}" dt="2026-01-24T07:25:48.437" v="133"/>
        <pc:sldMkLst>
          <pc:docMk/>
          <pc:sldMk cId="3764405840" sldId="278"/>
        </pc:sldMkLst>
        <pc:picChg chg="add">
          <ac:chgData name="Yogesh Raje" userId="S::yogesh@edunetfoundation.org::9e0ba697-e1dc-452b-989f-11655901edb1" providerId="AD" clId="Web-{857E11F3-F11C-6843-C73E-27677A40A984}" dt="2026-01-24T07:25:48.437" v="133"/>
          <ac:picMkLst>
            <pc:docMk/>
            <pc:sldMk cId="3764405840" sldId="278"/>
            <ac:picMk id="5" creationId="{BD72C005-E1BD-D1EA-4A68-50937DBCE5A8}"/>
          </ac:picMkLst>
        </pc:picChg>
      </pc:sldChg>
      <pc:sldChg chg="addSp delSp modSp ord">
        <pc:chgData name="Yogesh Raje" userId="S::yogesh@edunetfoundation.org::9e0ba697-e1dc-452b-989f-11655901edb1" providerId="AD" clId="Web-{857E11F3-F11C-6843-C73E-27677A40A984}" dt="2026-01-24T07:26:03.906" v="138"/>
        <pc:sldMkLst>
          <pc:docMk/>
          <pc:sldMk cId="2772501912" sldId="279"/>
        </pc:sldMkLst>
        <pc:spChg chg="mod">
          <ac:chgData name="Yogesh Raje" userId="S::yogesh@edunetfoundation.org::9e0ba697-e1dc-452b-989f-11655901edb1" providerId="AD" clId="Web-{857E11F3-F11C-6843-C73E-27677A40A984}" dt="2026-01-24T07:20:31.261" v="73" actId="1076"/>
          <ac:spMkLst>
            <pc:docMk/>
            <pc:sldMk cId="2772501912" sldId="279"/>
            <ac:spMk id="2" creationId="{48079FEC-4447-C4FA-64A4-CB532564DAF6}"/>
          </ac:spMkLst>
        </pc:spChg>
        <pc:spChg chg="del mod">
          <ac:chgData name="Yogesh Raje" userId="S::yogesh@edunetfoundation.org::9e0ba697-e1dc-452b-989f-11655901edb1" providerId="AD" clId="Web-{857E11F3-F11C-6843-C73E-27677A40A984}" dt="2026-01-24T07:23:04.044" v="121"/>
          <ac:spMkLst>
            <pc:docMk/>
            <pc:sldMk cId="2772501912" sldId="279"/>
            <ac:spMk id="179" creationId="{B44D301C-393F-354F-3E88-518CAEB33CE6}"/>
          </ac:spMkLst>
        </pc:spChg>
        <pc:picChg chg="mod">
          <ac:chgData name="Yogesh Raje" userId="S::yogesh@edunetfoundation.org::9e0ba697-e1dc-452b-989f-11655901edb1" providerId="AD" clId="Web-{857E11F3-F11C-6843-C73E-27677A40A984}" dt="2026-01-24T07:22:57.528" v="119" actId="1076"/>
          <ac:picMkLst>
            <pc:docMk/>
            <pc:sldMk cId="2772501912" sldId="279"/>
            <ac:picMk id="3" creationId="{11BF3590-52D3-DC9D-2C84-E66D9597D77D}"/>
          </ac:picMkLst>
        </pc:picChg>
        <pc:picChg chg="add">
          <ac:chgData name="Yogesh Raje" userId="S::yogesh@edunetfoundation.org::9e0ba697-e1dc-452b-989f-11655901edb1" providerId="AD" clId="Web-{857E11F3-F11C-6843-C73E-27677A40A984}" dt="2026-01-24T07:26:03.906" v="138"/>
          <ac:picMkLst>
            <pc:docMk/>
            <pc:sldMk cId="2772501912" sldId="279"/>
            <ac:picMk id="5" creationId="{073ADE60-811A-97E9-24FE-F2F7F61FA469}"/>
          </ac:picMkLst>
        </pc:picChg>
      </pc:sldChg>
      <pc:sldChg chg="addSp">
        <pc:chgData name="Yogesh Raje" userId="S::yogesh@edunetfoundation.org::9e0ba697-e1dc-452b-989f-11655901edb1" providerId="AD" clId="Web-{857E11F3-F11C-6843-C73E-27677A40A984}" dt="2026-01-24T07:26:11.156" v="142"/>
        <pc:sldMkLst>
          <pc:docMk/>
          <pc:sldMk cId="2136706720" sldId="280"/>
        </pc:sldMkLst>
        <pc:picChg chg="add">
          <ac:chgData name="Yogesh Raje" userId="S::yogesh@edunetfoundation.org::9e0ba697-e1dc-452b-989f-11655901edb1" providerId="AD" clId="Web-{857E11F3-F11C-6843-C73E-27677A40A984}" dt="2026-01-24T07:26:11.156" v="142"/>
          <ac:picMkLst>
            <pc:docMk/>
            <pc:sldMk cId="2136706720" sldId="280"/>
            <ac:picMk id="3" creationId="{B96DCFED-2C83-7A17-CDB2-A4F4D4BBD1D5}"/>
          </ac:picMkLst>
        </pc:picChg>
      </pc:sldChg>
      <pc:sldChg chg="addSp modSp ord">
        <pc:chgData name="Yogesh Raje" userId="S::yogesh@edunetfoundation.org::9e0ba697-e1dc-452b-989f-11655901edb1" providerId="AD" clId="Web-{857E11F3-F11C-6843-C73E-27677A40A984}" dt="2026-01-24T07:26:01.437" v="137"/>
        <pc:sldMkLst>
          <pc:docMk/>
          <pc:sldMk cId="328526394" sldId="281"/>
        </pc:sldMkLst>
        <pc:spChg chg="mod">
          <ac:chgData name="Yogesh Raje" userId="S::yogesh@edunetfoundation.org::9e0ba697-e1dc-452b-989f-11655901edb1" providerId="AD" clId="Web-{857E11F3-F11C-6843-C73E-27677A40A984}" dt="2026-01-24T07:19:49.417" v="58" actId="20577"/>
          <ac:spMkLst>
            <pc:docMk/>
            <pc:sldMk cId="328526394" sldId="281"/>
            <ac:spMk id="135" creationId="{2A145802-2DD3-EEBA-7D44-210C05B98C91}"/>
          </ac:spMkLst>
        </pc:spChg>
        <pc:picChg chg="add">
          <ac:chgData name="Yogesh Raje" userId="S::yogesh@edunetfoundation.org::9e0ba697-e1dc-452b-989f-11655901edb1" providerId="AD" clId="Web-{857E11F3-F11C-6843-C73E-27677A40A984}" dt="2026-01-24T07:26:01.437" v="137"/>
          <ac:picMkLst>
            <pc:docMk/>
            <pc:sldMk cId="328526394" sldId="281"/>
            <ac:picMk id="4" creationId="{F55A7959-9FC6-1DAE-7A47-36165450EF19}"/>
          </ac:picMkLst>
        </pc:picChg>
      </pc:sldChg>
      <pc:sldChg chg="addSp delSp modSp">
        <pc:chgData name="Yogesh Raje" userId="S::yogesh@edunetfoundation.org::9e0ba697-e1dc-452b-989f-11655901edb1" providerId="AD" clId="Web-{857E11F3-F11C-6843-C73E-27677A40A984}" dt="2026-01-24T07:25:36.312" v="129"/>
        <pc:sldMkLst>
          <pc:docMk/>
          <pc:sldMk cId="2952584201" sldId="282"/>
        </pc:sldMkLst>
        <pc:spChg chg="add mod">
          <ac:chgData name="Yogesh Raje" userId="S::yogesh@edunetfoundation.org::9e0ba697-e1dc-452b-989f-11655901edb1" providerId="AD" clId="Web-{857E11F3-F11C-6843-C73E-27677A40A984}" dt="2026-01-24T07:18:16.009" v="45" actId="1076"/>
          <ac:spMkLst>
            <pc:docMk/>
            <pc:sldMk cId="2952584201" sldId="282"/>
            <ac:spMk id="3" creationId="{9C57FE32-8AA8-E540-E0AA-C9737C71A0E2}"/>
          </ac:spMkLst>
        </pc:spChg>
        <pc:picChg chg="add">
          <ac:chgData name="Yogesh Raje" userId="S::yogesh@edunetfoundation.org::9e0ba697-e1dc-452b-989f-11655901edb1" providerId="AD" clId="Web-{857E11F3-F11C-6843-C73E-27677A40A984}" dt="2026-01-24T07:25:36.312" v="129"/>
          <ac:picMkLst>
            <pc:docMk/>
            <pc:sldMk cId="2952584201" sldId="282"/>
            <ac:picMk id="5" creationId="{E7A64CCA-ED49-69BC-3595-2C1CBD5E6D02}"/>
          </ac:picMkLst>
        </pc:picChg>
        <pc:picChg chg="del">
          <ac:chgData name="Yogesh Raje" userId="S::yogesh@edunetfoundation.org::9e0ba697-e1dc-452b-989f-11655901edb1" providerId="AD" clId="Web-{857E11F3-F11C-6843-C73E-27677A40A984}" dt="2026-01-24T07:18:12.337" v="44"/>
          <ac:picMkLst>
            <pc:docMk/>
            <pc:sldMk cId="2952584201" sldId="282"/>
            <ac:picMk id="106" creationId="{286A03B7-10C8-4B3E-AB7E-1BEE35090A27}"/>
          </ac:picMkLst>
        </pc:picChg>
      </pc:sldChg>
      <pc:sldChg chg="addSp modSp">
        <pc:chgData name="Yogesh Raje" userId="S::yogesh@edunetfoundation.org::9e0ba697-e1dc-452b-989f-11655901edb1" providerId="AD" clId="Web-{857E11F3-F11C-6843-C73E-27677A40A984}" dt="2026-01-24T07:25:23.795" v="127" actId="1076"/>
        <pc:sldMkLst>
          <pc:docMk/>
          <pc:sldMk cId="957564641" sldId="283"/>
        </pc:sldMkLst>
        <pc:picChg chg="add mod">
          <ac:chgData name="Yogesh Raje" userId="S::yogesh@edunetfoundation.org::9e0ba697-e1dc-452b-989f-11655901edb1" providerId="AD" clId="Web-{857E11F3-F11C-6843-C73E-27677A40A984}" dt="2026-01-24T07:25:23.795" v="127" actId="1076"/>
          <ac:picMkLst>
            <pc:docMk/>
            <pc:sldMk cId="957564641" sldId="283"/>
            <ac:picMk id="4" creationId="{9270813B-BF9E-B61A-92D0-FA37C990652F}"/>
          </ac:picMkLst>
        </pc:picChg>
      </pc:sldChg>
      <pc:sldChg chg="addSp delSp modSp">
        <pc:chgData name="Yogesh Raje" userId="S::yogesh@edunetfoundation.org::9e0ba697-e1dc-452b-989f-11655901edb1" providerId="AD" clId="Web-{857E11F3-F11C-6843-C73E-27677A40A984}" dt="2026-01-24T07:26:05.640" v="139"/>
        <pc:sldMkLst>
          <pc:docMk/>
          <pc:sldMk cId="795043773" sldId="284"/>
        </pc:sldMkLst>
        <pc:spChg chg="mod">
          <ac:chgData name="Yogesh Raje" userId="S::yogesh@edunetfoundation.org::9e0ba697-e1dc-452b-989f-11655901edb1" providerId="AD" clId="Web-{857E11F3-F11C-6843-C73E-27677A40A984}" dt="2026-01-24T07:20:47.043" v="80" actId="14100"/>
          <ac:spMkLst>
            <pc:docMk/>
            <pc:sldMk cId="795043773" sldId="284"/>
            <ac:spMk id="2" creationId="{DD23FCBA-FC00-378F-C117-12DC1F4FD6E0}"/>
          </ac:spMkLst>
        </pc:spChg>
        <pc:spChg chg="del mod">
          <ac:chgData name="Yogesh Raje" userId="S::yogesh@edunetfoundation.org::9e0ba697-e1dc-452b-989f-11655901edb1" providerId="AD" clId="Web-{857E11F3-F11C-6843-C73E-27677A40A984}" dt="2026-01-24T07:22:53.903" v="118"/>
          <ac:spMkLst>
            <pc:docMk/>
            <pc:sldMk cId="795043773" sldId="284"/>
            <ac:spMk id="179" creationId="{6C4F1F88-83AE-DF8E-66C7-44F62D1C5252}"/>
          </ac:spMkLst>
        </pc:spChg>
        <pc:picChg chg="mod">
          <ac:chgData name="Yogesh Raje" userId="S::yogesh@edunetfoundation.org::9e0ba697-e1dc-452b-989f-11655901edb1" providerId="AD" clId="Web-{857E11F3-F11C-6843-C73E-27677A40A984}" dt="2026-01-24T07:22:39.606" v="115" actId="1076"/>
          <ac:picMkLst>
            <pc:docMk/>
            <pc:sldMk cId="795043773" sldId="284"/>
            <ac:picMk id="3" creationId="{D92F9EA0-945F-B25A-20C3-D63B1F62EF29}"/>
          </ac:picMkLst>
        </pc:picChg>
        <pc:picChg chg="add">
          <ac:chgData name="Yogesh Raje" userId="S::yogesh@edunetfoundation.org::9e0ba697-e1dc-452b-989f-11655901edb1" providerId="AD" clId="Web-{857E11F3-F11C-6843-C73E-27677A40A984}" dt="2026-01-24T07:26:05.640" v="139"/>
          <ac:picMkLst>
            <pc:docMk/>
            <pc:sldMk cId="795043773" sldId="284"/>
            <ac:picMk id="5" creationId="{C9B59E40-7B3E-CFB4-3FD9-6C10E068F0AF}"/>
          </ac:picMkLst>
        </pc:picChg>
      </pc:sldChg>
      <pc:sldChg chg="addSp delSp modSp">
        <pc:chgData name="Yogesh Raje" userId="S::yogesh@edunetfoundation.org::9e0ba697-e1dc-452b-989f-11655901edb1" providerId="AD" clId="Web-{857E11F3-F11C-6843-C73E-27677A40A984}" dt="2026-01-24T07:26:07.828" v="140"/>
        <pc:sldMkLst>
          <pc:docMk/>
          <pc:sldMk cId="1135684311" sldId="285"/>
        </pc:sldMkLst>
        <pc:spChg chg="mod">
          <ac:chgData name="Yogesh Raje" userId="S::yogesh@edunetfoundation.org::9e0ba697-e1dc-452b-989f-11655901edb1" providerId="AD" clId="Web-{857E11F3-F11C-6843-C73E-27677A40A984}" dt="2026-01-24T07:21:00.949" v="92" actId="14100"/>
          <ac:spMkLst>
            <pc:docMk/>
            <pc:sldMk cId="1135684311" sldId="285"/>
            <ac:spMk id="2" creationId="{6FFE5FD7-2292-570F-1397-1E9287F8CB9D}"/>
          </ac:spMkLst>
        </pc:spChg>
        <pc:spChg chg="del">
          <ac:chgData name="Yogesh Raje" userId="S::yogesh@edunetfoundation.org::9e0ba697-e1dc-452b-989f-11655901edb1" providerId="AD" clId="Web-{857E11F3-F11C-6843-C73E-27677A40A984}" dt="2026-01-24T07:22:36.918" v="114"/>
          <ac:spMkLst>
            <pc:docMk/>
            <pc:sldMk cId="1135684311" sldId="285"/>
            <ac:spMk id="179" creationId="{C99901E6-E51F-5E94-2543-5AC8E1E4E2C4}"/>
          </ac:spMkLst>
        </pc:spChg>
        <pc:picChg chg="mod">
          <ac:chgData name="Yogesh Raje" userId="S::yogesh@edunetfoundation.org::9e0ba697-e1dc-452b-989f-11655901edb1" providerId="AD" clId="Web-{857E11F3-F11C-6843-C73E-27677A40A984}" dt="2026-01-24T07:22:31.168" v="113" actId="1076"/>
          <ac:picMkLst>
            <pc:docMk/>
            <pc:sldMk cId="1135684311" sldId="285"/>
            <ac:picMk id="3" creationId="{49BD6667-B0AB-E1EE-4A88-EF769D5A1818}"/>
          </ac:picMkLst>
        </pc:picChg>
        <pc:picChg chg="add">
          <ac:chgData name="Yogesh Raje" userId="S::yogesh@edunetfoundation.org::9e0ba697-e1dc-452b-989f-11655901edb1" providerId="AD" clId="Web-{857E11F3-F11C-6843-C73E-27677A40A984}" dt="2026-01-24T07:26:07.828" v="140"/>
          <ac:picMkLst>
            <pc:docMk/>
            <pc:sldMk cId="1135684311" sldId="285"/>
            <ac:picMk id="5" creationId="{A9872FD1-7A0B-E5B9-638C-B95C4CCFE94C}"/>
          </ac:picMkLst>
        </pc:picChg>
      </pc:sldChg>
      <pc:sldChg chg="addSp delSp modSp">
        <pc:chgData name="Yogesh Raje" userId="S::yogesh@edunetfoundation.org::9e0ba697-e1dc-452b-989f-11655901edb1" providerId="AD" clId="Web-{857E11F3-F11C-6843-C73E-27677A40A984}" dt="2026-01-24T07:26:09.375" v="141"/>
        <pc:sldMkLst>
          <pc:docMk/>
          <pc:sldMk cId="1138841112" sldId="286"/>
        </pc:sldMkLst>
        <pc:spChg chg="mod">
          <ac:chgData name="Yogesh Raje" userId="S::yogesh@edunetfoundation.org::9e0ba697-e1dc-452b-989f-11655901edb1" providerId="AD" clId="Web-{857E11F3-F11C-6843-C73E-27677A40A984}" dt="2026-01-24T07:22:25.903" v="111" actId="1076"/>
          <ac:spMkLst>
            <pc:docMk/>
            <pc:sldMk cId="1138841112" sldId="286"/>
            <ac:spMk id="2" creationId="{CF9D04B6-7646-B3BF-9A84-684A467FADAB}"/>
          </ac:spMkLst>
        </pc:spChg>
        <pc:spChg chg="del">
          <ac:chgData name="Yogesh Raje" userId="S::yogesh@edunetfoundation.org::9e0ba697-e1dc-452b-989f-11655901edb1" providerId="AD" clId="Web-{857E11F3-F11C-6843-C73E-27677A40A984}" dt="2026-01-24T07:22:28.622" v="112"/>
          <ac:spMkLst>
            <pc:docMk/>
            <pc:sldMk cId="1138841112" sldId="286"/>
            <ac:spMk id="179" creationId="{66E12AB6-73BA-21A4-6368-DBC20717980B}"/>
          </ac:spMkLst>
        </pc:spChg>
        <pc:picChg chg="mod">
          <ac:chgData name="Yogesh Raje" userId="S::yogesh@edunetfoundation.org::9e0ba697-e1dc-452b-989f-11655901edb1" providerId="AD" clId="Web-{857E11F3-F11C-6843-C73E-27677A40A984}" dt="2026-01-24T07:22:21.981" v="110" actId="1076"/>
          <ac:picMkLst>
            <pc:docMk/>
            <pc:sldMk cId="1138841112" sldId="286"/>
            <ac:picMk id="3" creationId="{0C919C56-AC7B-B30B-24DD-FBA3E8E6701B}"/>
          </ac:picMkLst>
        </pc:picChg>
        <pc:picChg chg="add">
          <ac:chgData name="Yogesh Raje" userId="S::yogesh@edunetfoundation.org::9e0ba697-e1dc-452b-989f-11655901edb1" providerId="AD" clId="Web-{857E11F3-F11C-6843-C73E-27677A40A984}" dt="2026-01-24T07:26:09.375" v="141"/>
          <ac:picMkLst>
            <pc:docMk/>
            <pc:sldMk cId="1138841112" sldId="286"/>
            <ac:picMk id="5" creationId="{BF314CEB-36A0-2FF5-7F53-C10C910CAB03}"/>
          </ac:picMkLst>
        </pc:picChg>
      </pc:sldChg>
      <pc:sldChg chg="new del">
        <pc:chgData name="Yogesh Raje" userId="S::yogesh@edunetfoundation.org::9e0ba697-e1dc-452b-989f-11655901edb1" providerId="AD" clId="Web-{857E11F3-F11C-6843-C73E-27677A40A984}" dt="2026-01-24T07:15:01.913" v="1"/>
        <pc:sldMkLst>
          <pc:docMk/>
          <pc:sldMk cId="859120622" sldId="287"/>
        </pc:sldMkLst>
      </pc:sldChg>
      <pc:sldChg chg="addSp delSp modSp add replId">
        <pc:chgData name="Yogesh Raje" userId="S::yogesh@edunetfoundation.org::9e0ba697-e1dc-452b-989f-11655901edb1" providerId="AD" clId="Web-{857E11F3-F11C-6843-C73E-27677A40A984}" dt="2026-01-24T07:25:42.405" v="131"/>
        <pc:sldMkLst>
          <pc:docMk/>
          <pc:sldMk cId="1034139590" sldId="287"/>
        </pc:sldMkLst>
        <pc:spChg chg="add mod">
          <ac:chgData name="Yogesh Raje" userId="S::yogesh@edunetfoundation.org::9e0ba697-e1dc-452b-989f-11655901edb1" providerId="AD" clId="Web-{857E11F3-F11C-6843-C73E-27677A40A984}" dt="2026-01-24T07:17:36.446" v="31" actId="20577"/>
          <ac:spMkLst>
            <pc:docMk/>
            <pc:sldMk cId="1034139590" sldId="287"/>
            <ac:spMk id="3" creationId="{0A9D9ED1-DFE2-2CB1-E07B-2D3C44A85C9C}"/>
          </ac:spMkLst>
        </pc:spChg>
        <pc:picChg chg="add">
          <ac:chgData name="Yogesh Raje" userId="S::yogesh@edunetfoundation.org::9e0ba697-e1dc-452b-989f-11655901edb1" providerId="AD" clId="Web-{857E11F3-F11C-6843-C73E-27677A40A984}" dt="2026-01-24T07:25:42.405" v="131"/>
          <ac:picMkLst>
            <pc:docMk/>
            <pc:sldMk cId="1034139590" sldId="287"/>
            <ac:picMk id="5" creationId="{B04F3E9D-0527-2FF2-E87C-9369E2B678CF}"/>
          </ac:picMkLst>
        </pc:picChg>
        <pc:picChg chg="del">
          <ac:chgData name="Yogesh Raje" userId="S::yogesh@edunetfoundation.org::9e0ba697-e1dc-452b-989f-11655901edb1" providerId="AD" clId="Web-{857E11F3-F11C-6843-C73E-27677A40A984}" dt="2026-01-24T07:15:22.335" v="3"/>
          <ac:picMkLst>
            <pc:docMk/>
            <pc:sldMk cId="1034139590" sldId="287"/>
            <ac:picMk id="115" creationId="{150CD634-CE32-8549-99F8-CA4675C2F439}"/>
          </ac:picMkLst>
        </pc:picChg>
      </pc:sldChg>
      <pc:sldChg chg="addSp modSp add replId">
        <pc:chgData name="Yogesh Raje" userId="S::yogesh@edunetfoundation.org::9e0ba697-e1dc-452b-989f-11655901edb1" providerId="AD" clId="Web-{857E11F3-F11C-6843-C73E-27677A40A984}" dt="2026-01-24T07:25:45.921" v="132"/>
        <pc:sldMkLst>
          <pc:docMk/>
          <pc:sldMk cId="4281176502" sldId="288"/>
        </pc:sldMkLst>
        <pc:spChg chg="mod">
          <ac:chgData name="Yogesh Raje" userId="S::yogesh@edunetfoundation.org::9e0ba697-e1dc-452b-989f-11655901edb1" providerId="AD" clId="Web-{857E11F3-F11C-6843-C73E-27677A40A984}" dt="2026-01-24T07:17:29.946" v="29" actId="20577"/>
          <ac:spMkLst>
            <pc:docMk/>
            <pc:sldMk cId="4281176502" sldId="288"/>
            <ac:spMk id="3" creationId="{F987C414-2D49-9E5D-A5D6-CF94524B9BE5}"/>
          </ac:spMkLst>
        </pc:spChg>
        <pc:picChg chg="add">
          <ac:chgData name="Yogesh Raje" userId="S::yogesh@edunetfoundation.org::9e0ba697-e1dc-452b-989f-11655901edb1" providerId="AD" clId="Web-{857E11F3-F11C-6843-C73E-27677A40A984}" dt="2026-01-24T07:25:45.921" v="132"/>
          <ac:picMkLst>
            <pc:docMk/>
            <pc:sldMk cId="4281176502" sldId="288"/>
            <ac:picMk id="5" creationId="{2899F497-8CBE-8DC8-B6F2-DCAEF5D36669}"/>
          </ac:picMkLst>
        </pc:picChg>
      </pc:sldChg>
      <pc:sldChg chg="modSp add replId">
        <pc:chgData name="Yogesh Raje" userId="S::yogesh@edunetfoundation.org::9e0ba697-e1dc-452b-989f-11655901edb1" providerId="AD" clId="Web-{857E11F3-F11C-6843-C73E-27677A40A984}" dt="2026-01-24T07:27:35.250" v="160" actId="20577"/>
        <pc:sldMkLst>
          <pc:docMk/>
          <pc:sldMk cId="200156314" sldId="289"/>
        </pc:sldMkLst>
        <pc:spChg chg="mod">
          <ac:chgData name="Yogesh Raje" userId="S::yogesh@edunetfoundation.org::9e0ba697-e1dc-452b-989f-11655901edb1" providerId="AD" clId="Web-{857E11F3-F11C-6843-C73E-27677A40A984}" dt="2026-01-24T07:27:02.859" v="148" actId="20577"/>
          <ac:spMkLst>
            <pc:docMk/>
            <pc:sldMk cId="200156314" sldId="289"/>
            <ac:spMk id="278" creationId="{7BDA5ADF-C9A0-CA5D-844A-6AC3872A0D8C}"/>
          </ac:spMkLst>
        </pc:spChg>
        <pc:spChg chg="mod">
          <ac:chgData name="Yogesh Raje" userId="S::yogesh@edunetfoundation.org::9e0ba697-e1dc-452b-989f-11655901edb1" providerId="AD" clId="Web-{857E11F3-F11C-6843-C73E-27677A40A984}" dt="2026-01-24T07:27:35.250" v="160" actId="20577"/>
          <ac:spMkLst>
            <pc:docMk/>
            <pc:sldMk cId="200156314" sldId="289"/>
            <ac:spMk id="279" creationId="{AF5AFD00-74FD-B439-5973-23933ABD88E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>
          <a:extLst>
            <a:ext uri="{FF2B5EF4-FFF2-40B4-BE49-F238E27FC236}">
              <a16:creationId xmlns:a16="http://schemas.microsoft.com/office/drawing/2014/main" id="{48C2B95B-FB15-C156-6AF1-35B358181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>
            <a:extLst>
              <a:ext uri="{FF2B5EF4-FFF2-40B4-BE49-F238E27FC236}">
                <a16:creationId xmlns:a16="http://schemas.microsoft.com/office/drawing/2014/main" id="{770A13E9-BC77-63DA-E106-A3FA80228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>
            <a:extLst>
              <a:ext uri="{FF2B5EF4-FFF2-40B4-BE49-F238E27FC236}">
                <a16:creationId xmlns:a16="http://schemas.microsoft.com/office/drawing/2014/main" id="{29067B0F-2F4F-7081-A661-0AE31BFBB7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5541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7EF10545-1A46-607A-9459-61E8362FA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5957A8EB-ADFD-B035-BD54-1E8A3CB366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A20716EB-D155-31F5-DA5A-E1CD60F5E9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35538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F166C2B5-4668-A97F-2B37-43C42F227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>
            <a:extLst>
              <a:ext uri="{FF2B5EF4-FFF2-40B4-BE49-F238E27FC236}">
                <a16:creationId xmlns:a16="http://schemas.microsoft.com/office/drawing/2014/main" id="{1DCE13D3-CED5-0A42-C57E-C51AFD2A62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>
            <a:extLst>
              <a:ext uri="{FF2B5EF4-FFF2-40B4-BE49-F238E27FC236}">
                <a16:creationId xmlns:a16="http://schemas.microsoft.com/office/drawing/2014/main" id="{A05A17E4-5523-52B1-27CC-3C34856185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44045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11626E4B-E119-2382-6F8F-518641144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>
            <a:extLst>
              <a:ext uri="{FF2B5EF4-FFF2-40B4-BE49-F238E27FC236}">
                <a16:creationId xmlns:a16="http://schemas.microsoft.com/office/drawing/2014/main" id="{01A6FF9F-971F-6CD8-61F5-25638A5985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>
            <a:extLst>
              <a:ext uri="{FF2B5EF4-FFF2-40B4-BE49-F238E27FC236}">
                <a16:creationId xmlns:a16="http://schemas.microsoft.com/office/drawing/2014/main" id="{C8EB5C80-6A4B-AE05-9BE0-03B5AF5C2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27365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59B870D7-ED5B-C7CD-FB99-2991954CA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C8B270BB-F67C-52E3-249C-6FE0C237C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151B863E-6240-36E9-EB23-2DAA667D25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798578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>
          <a:extLst>
            <a:ext uri="{FF2B5EF4-FFF2-40B4-BE49-F238E27FC236}">
              <a16:creationId xmlns:a16="http://schemas.microsoft.com/office/drawing/2014/main" id="{279463AA-D7FA-5F7E-C4D0-06BDEDCBB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>
            <a:extLst>
              <a:ext uri="{FF2B5EF4-FFF2-40B4-BE49-F238E27FC236}">
                <a16:creationId xmlns:a16="http://schemas.microsoft.com/office/drawing/2014/main" id="{A84E3171-2C5C-8738-5718-5608CE1B1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7:notes">
            <a:extLst>
              <a:ext uri="{FF2B5EF4-FFF2-40B4-BE49-F238E27FC236}">
                <a16:creationId xmlns:a16="http://schemas.microsoft.com/office/drawing/2014/main" id="{E16E406D-2512-5EF2-0167-6C89534695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349666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466C47D1-19F6-52AF-3914-DD3C99058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ACA1F779-4C2B-4CD1-FBDD-A40F0A3223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40004D30-6E86-E263-D5DA-7577B1C759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21693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>
          <a:extLst>
            <a:ext uri="{FF2B5EF4-FFF2-40B4-BE49-F238E27FC236}">
              <a16:creationId xmlns:a16="http://schemas.microsoft.com/office/drawing/2014/main" id="{FB18EFA4-CD13-16C4-504B-6DB7E86CE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8:notes">
            <a:extLst>
              <a:ext uri="{FF2B5EF4-FFF2-40B4-BE49-F238E27FC236}">
                <a16:creationId xmlns:a16="http://schemas.microsoft.com/office/drawing/2014/main" id="{E8E16183-6BFA-E60A-1235-F3BFB1B1F6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:notes">
            <a:extLst>
              <a:ext uri="{FF2B5EF4-FFF2-40B4-BE49-F238E27FC236}">
                <a16:creationId xmlns:a16="http://schemas.microsoft.com/office/drawing/2014/main" id="{C4420B06-3455-3F20-5E28-90535F24DA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51753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7131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740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066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371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931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7934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280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542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248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86955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35513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73065319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18988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380167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08085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7428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17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281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hyperlink" Target="mailto:mohdayaan.ee23@bmsce.ac.in" TargetMode="External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mailto:suyashmishra.ee23@bmsce.ac.in" TargetMode="External"/><Relationship Id="rId4" Type="http://schemas.openxmlformats.org/officeDocument/2006/relationships/hyperlink" Target="mailto:Sumanthck.ee23@bmsce.ac.in" TargetMode="External"/><Relationship Id="rId9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shrasr8/Health-Analyst/tree/main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7BF8-B3EC-77A2-9BFD-D66830272D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581583"/>
            <a:ext cx="10515600" cy="285273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Agentic AI Hackathon: Building Intelligent Agents with IBM Granite and </a:t>
            </a:r>
            <a:r>
              <a:rPr lang="en-US" dirty="0" err="1"/>
              <a:t>LangFlow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70813B-BF9E-B61A-92D0-FA37C9906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564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/>
        </p:nvSpPr>
        <p:spPr>
          <a:xfrm>
            <a:off x="0" y="457200"/>
            <a:ext cx="12191999" cy="576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 of the team:  </a:t>
            </a:r>
            <a:r>
              <a:rPr lang="en-US" sz="3500" b="1" dirty="0" smtClean="0">
                <a:solidFill>
                  <a:srgbClr val="1F38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Vagabond Tinkers</a:t>
            </a:r>
            <a:r>
              <a:rPr lang="en-US" sz="3500" b="1" i="0" u="none" strike="noStrike" cap="none" dirty="0" smtClean="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500" b="1" i="0" u="none" strike="noStrike" cap="none" dirty="0" smtClean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</p:txBody>
      </p:sp>
      <p:sp>
        <p:nvSpPr>
          <p:cNvPr id="95" name="Google Shape;95;p2"/>
          <p:cNvSpPr txBox="1"/>
          <p:nvPr/>
        </p:nvSpPr>
        <p:spPr>
          <a:xfrm>
            <a:off x="2190457" y="1088723"/>
            <a:ext cx="7426406" cy="451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Times New Roman"/>
              <a:buNone/>
            </a:pPr>
            <a:r>
              <a:rPr lang="en-US" sz="3200" b="1" i="0" u="none" strike="noStrike" cap="none" dirty="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Details of Team members</a:t>
            </a:r>
            <a:endParaRPr sz="3200" b="1" i="0" u="none" strike="noStrike" cap="none" dirty="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6" name="Google Shape;96;p2"/>
          <p:cNvGraphicFramePr/>
          <p:nvPr>
            <p:extLst>
              <p:ext uri="{D42A27DB-BD31-4B8C-83A1-F6EECF244321}">
                <p14:modId xmlns:p14="http://schemas.microsoft.com/office/powerpoint/2010/main" val="425771092"/>
              </p:ext>
            </p:extLst>
          </p:nvPr>
        </p:nvGraphicFramePr>
        <p:xfrm>
          <a:off x="1482435" y="1579418"/>
          <a:ext cx="9545783" cy="4251141"/>
        </p:xfrm>
        <a:graphic>
          <a:graphicData uri="http://schemas.openxmlformats.org/drawingml/2006/table">
            <a:tbl>
              <a:tblPr>
                <a:noFill/>
                <a:tableStyleId>{0AAD8F4D-43EB-41E5-8A38-28AB6DFB1B60}</a:tableStyleId>
              </a:tblPr>
              <a:tblGrid>
                <a:gridCol w="2466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1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8844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793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2124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TEAM MEMBER NAME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Recent Passport Photo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Email ID </a:t>
                      </a:r>
                      <a:endParaRPr sz="1800" u="none" strike="noStrike" cap="none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Phone number</a:t>
                      </a:r>
                      <a:endParaRPr dirty="0"/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800"/>
                        <a:buFont typeface="Calibri"/>
                        <a:buNone/>
                      </a:pPr>
                      <a:r>
                        <a:rPr lang="en-US" sz="1800" b="1" u="none" strike="noStrike" cap="none" dirty="0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[WhatsApp] 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43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 err="1" smtClean="0"/>
                        <a:t>Mohd</a:t>
                      </a:r>
                      <a:r>
                        <a:rPr lang="en-GB" baseline="0" dirty="0" smtClean="0"/>
                        <a:t> </a:t>
                      </a:r>
                      <a:r>
                        <a:rPr lang="en-GB" baseline="0" dirty="0" err="1" smtClean="0"/>
                        <a:t>Ayan</a:t>
                      </a:r>
                      <a:r>
                        <a:rPr lang="en-GB" baseline="0" dirty="0" smtClean="0"/>
                        <a:t> Ansari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 smtClean="0">
                          <a:hlinkClick r:id="rId3"/>
                        </a:rPr>
                        <a:t>mohdayan.ee23@bmsce.ac.in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 smtClean="0"/>
                        <a:t>9739263939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112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 err="1" smtClean="0"/>
                        <a:t>Sumanth</a:t>
                      </a:r>
                      <a:r>
                        <a:rPr lang="en-GB" dirty="0" smtClean="0"/>
                        <a:t> CK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 smtClean="0">
                          <a:hlinkClick r:id="rId4"/>
                        </a:rPr>
                        <a:t>sumanthck.ee23@bmsce.ac.in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dirty="0" smtClean="0"/>
                        <a:t>9448001513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43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dirty="0" err="1" smtClean="0"/>
                        <a:t>Suyash</a:t>
                      </a:r>
                      <a:r>
                        <a:rPr lang="en-GB" sz="1800" dirty="0" smtClean="0"/>
                        <a:t> Mishra</a:t>
                      </a:r>
                      <a:endParaRPr sz="1800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/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dirty="0" smtClean="0">
                          <a:hlinkClick r:id="rId5"/>
                        </a:rPr>
                        <a:t>suyashmishra.ee23@bmsce.ac.in</a:t>
                      </a:r>
                      <a:endParaRPr sz="1800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dirty="0" smtClean="0"/>
                        <a:t>7817010409</a:t>
                      </a:r>
                      <a:endParaRPr sz="1800"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93071BE8-5070-42BA-3450-6F0039B853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7443" y="4763323"/>
            <a:ext cx="804347" cy="10252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947" y="3686629"/>
            <a:ext cx="840350" cy="105954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7431" y="2647076"/>
            <a:ext cx="791255" cy="10173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>
          <a:extLst>
            <a:ext uri="{FF2B5EF4-FFF2-40B4-BE49-F238E27FC236}">
              <a16:creationId xmlns:a16="http://schemas.microsoft.com/office/drawing/2014/main" id="{F4C0A7C6-2888-EA53-35AB-4072E6B1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6F6745E-14BA-0766-CE1E-32E29663832D}"/>
              </a:ext>
            </a:extLst>
          </p:cNvPr>
          <p:cNvSpPr txBox="1"/>
          <p:nvPr/>
        </p:nvSpPr>
        <p:spPr>
          <a:xfrm>
            <a:off x="590550" y="2186242"/>
            <a:ext cx="110109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b="1" dirty="0" smtClean="0"/>
              <a:t>AI-Based </a:t>
            </a:r>
            <a:r>
              <a:rPr lang="en-GB" sz="1800" b="1" dirty="0"/>
              <a:t>Preventive Health Risk Assessment System</a:t>
            </a:r>
            <a:endParaRPr lang="en-GB" sz="1800" dirty="0"/>
          </a:p>
          <a:p>
            <a:endParaRPr lang="en-GB" sz="1800" dirty="0" smtClean="0"/>
          </a:p>
          <a:p>
            <a:r>
              <a:rPr lang="en-GB" sz="1800" dirty="0" smtClean="0"/>
              <a:t>Develop </a:t>
            </a:r>
            <a:r>
              <a:rPr lang="en-GB" sz="1800" dirty="0"/>
              <a:t>an intelligent, agent-based system that </a:t>
            </a:r>
            <a:r>
              <a:rPr lang="en-GB" sz="1800" dirty="0" err="1"/>
              <a:t>analyzes</a:t>
            </a:r>
            <a:r>
              <a:rPr lang="en-GB" sz="1800" dirty="0"/>
              <a:t> lifestyle data such as physical activity, sleep patterns, diet habits, and stress indicators to identify early preventive health risks and provide assistive insights that encourage healthier lifestyle choices</a:t>
            </a:r>
            <a:r>
              <a:rPr lang="en-GB" sz="1800" dirty="0" smtClean="0"/>
              <a:t>.</a:t>
            </a:r>
          </a:p>
          <a:p>
            <a:endParaRPr lang="en-GB" sz="1800" b="1" dirty="0" smtClean="0"/>
          </a:p>
          <a:p>
            <a:r>
              <a:rPr lang="en-GB" sz="1800" b="1" dirty="0" smtClean="0"/>
              <a:t>The Challenge</a:t>
            </a:r>
          </a:p>
          <a:p>
            <a:endParaRPr lang="en-GB" sz="1800" b="1" dirty="0"/>
          </a:p>
          <a:p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Preventive healthcare depends on early detection of lifestyle-related health risks. However, today: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Lifestyle data (physical activity, sleep, diet, stress) is </a:t>
            </a:r>
            <a:r>
              <a:rPr lang="en-GB" sz="1800" b="1" dirty="0">
                <a:latin typeface="Arial" panose="020B0604020202020204" pitchFamily="34" charset="0"/>
                <a:cs typeface="Arial" panose="020B0604020202020204" pitchFamily="34" charset="0"/>
              </a:rPr>
              <a:t>massive but underutilized</a:t>
            </a: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Manual analysis is </a:t>
            </a:r>
            <a:r>
              <a:rPr lang="en-GB" sz="1800" b="1" dirty="0">
                <a:latin typeface="Arial" panose="020B0604020202020204" pitchFamily="34" charset="0"/>
                <a:cs typeface="Arial" panose="020B0604020202020204" pitchFamily="34" charset="0"/>
              </a:rPr>
              <a:t>time-consuming and non-scalable</a:t>
            </a: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Lack of </a:t>
            </a:r>
            <a:r>
              <a:rPr lang="en-GB" sz="1800" b="1" dirty="0">
                <a:latin typeface="Arial" panose="020B0604020202020204" pitchFamily="34" charset="0"/>
                <a:cs typeface="Arial" panose="020B0604020202020204" pitchFamily="34" charset="0"/>
              </a:rPr>
              <a:t>personalized preventive insights</a:t>
            </a: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No unified system to connect lifestyle patterns with </a:t>
            </a:r>
            <a:r>
              <a:rPr lang="en-GB" sz="1800" b="1" dirty="0">
                <a:latin typeface="Arial" panose="020B0604020202020204" pitchFamily="34" charset="0"/>
                <a:cs typeface="Arial" panose="020B0604020202020204" pitchFamily="34" charset="0"/>
              </a:rPr>
              <a:t>evidence-based health guidelines</a:t>
            </a: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As a result, potential health risks go unnoticed until they become serious medical conditions.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57FE32-8AA8-E540-E0AA-C9737C71A0E2}"/>
              </a:ext>
            </a:extLst>
          </p:cNvPr>
          <p:cNvSpPr txBox="1"/>
          <p:nvPr/>
        </p:nvSpPr>
        <p:spPr>
          <a:xfrm>
            <a:off x="1151416" y="1445212"/>
            <a:ext cx="437654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Georgia" panose="02040502050405020303" pitchFamily="18" charset="0"/>
              </a:rPr>
              <a:t>Problem statement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A64CCA-ED49-69BC-3595-2C1CBD5E6D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5842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A01B5799-6C2E-7FE4-A2C6-734DB0499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:a16="http://schemas.microsoft.com/office/drawing/2014/main" id="{4CB905EF-62C2-FD1F-CE05-FBD2CBBD3921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26727-ECCC-12A7-1A74-4C72030B01EA}"/>
              </a:ext>
            </a:extLst>
          </p:cNvPr>
          <p:cNvSpPr txBox="1"/>
          <p:nvPr/>
        </p:nvSpPr>
        <p:spPr>
          <a:xfrm>
            <a:off x="1024890" y="1584102"/>
            <a:ext cx="102687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9D9ED1-DFE2-2CB1-E07B-2D3C44A85C9C}"/>
              </a:ext>
            </a:extLst>
          </p:cNvPr>
          <p:cNvSpPr txBox="1"/>
          <p:nvPr/>
        </p:nvSpPr>
        <p:spPr>
          <a:xfrm>
            <a:off x="748691" y="1477440"/>
            <a:ext cx="549643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Georgia" panose="02040502050405020303" pitchFamily="18" charset="0"/>
              </a:rPr>
              <a:t>Need of project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4F3E9D-0527-2FF2-E87C-9369E2B678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704850" y="2526865"/>
            <a:ext cx="1148715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Rising lifestyle diseases (diabetes, obesity, cardiovascular risks)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Lack of scalable preventive health monitoring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Need for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early awareness instead of late treatment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Assist individuals in making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data-driven lifestyle improvements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preventive healthcare initiatives without replacing medical professionals</a:t>
            </a:r>
          </a:p>
        </p:txBody>
      </p:sp>
    </p:spTree>
    <p:extLst>
      <p:ext uri="{BB962C8B-B14F-4D97-AF65-F5344CB8AC3E}">
        <p14:creationId xmlns:p14="http://schemas.microsoft.com/office/powerpoint/2010/main" val="1034139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244C99C-C879-4B03-F7F7-7306F7D33083}"/>
              </a:ext>
            </a:extLst>
          </p:cNvPr>
          <p:cNvSpPr txBox="1"/>
          <p:nvPr/>
        </p:nvSpPr>
        <p:spPr>
          <a:xfrm>
            <a:off x="777240" y="2403252"/>
            <a:ext cx="1118616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/>
              <a:t>An </a:t>
            </a:r>
            <a:r>
              <a:rPr lang="en-GB" sz="1800" b="1" dirty="0"/>
              <a:t>Agentic AI-based preventive health system</a:t>
            </a:r>
            <a:r>
              <a:rPr lang="en-GB" sz="1800" dirty="0"/>
              <a:t> built using </a:t>
            </a:r>
            <a:r>
              <a:rPr lang="en-GB" sz="1800" b="1" dirty="0" err="1"/>
              <a:t>LangFlow</a:t>
            </a:r>
            <a:r>
              <a:rPr lang="en-GB" sz="1800" b="1" dirty="0"/>
              <a:t> and IBM Granite Model</a:t>
            </a:r>
            <a:r>
              <a:rPr lang="en-GB" sz="1800" dirty="0"/>
              <a:t>, which automatically processes lifestyle data, detects potential health risks using trusted preventive healthcare guidelines, and delivers assistive lifestyle improvement recommendations.</a:t>
            </a:r>
          </a:p>
          <a:p>
            <a:endParaRPr lang="en-GB" sz="1800" dirty="0" smtClean="0"/>
          </a:p>
          <a:p>
            <a:r>
              <a:rPr lang="en-GB" sz="1800" dirty="0" smtClean="0"/>
              <a:t>Three specialized agents using Agentic AI:</a:t>
            </a:r>
          </a:p>
          <a:p>
            <a:endParaRPr lang="en-GB" sz="1800" dirty="0" smtClean="0"/>
          </a:p>
          <a:p>
            <a:r>
              <a:rPr lang="en-GB" sz="1800" dirty="0" smtClean="0"/>
              <a:t>Lifestyle Data Analysis Agent - Processes activity, sleep, diet, stress data</a:t>
            </a:r>
          </a:p>
          <a:p>
            <a:endParaRPr lang="en-GB" sz="1800" dirty="0" smtClean="0"/>
          </a:p>
          <a:p>
            <a:r>
              <a:rPr lang="en-GB" sz="1800" dirty="0" smtClean="0"/>
              <a:t>Preventive Risk Detection Agent - Identifies health risk patterns using guidelines</a:t>
            </a:r>
          </a:p>
          <a:p>
            <a:endParaRPr lang="en-GB" sz="1800" dirty="0" smtClean="0"/>
          </a:p>
          <a:p>
            <a:r>
              <a:rPr lang="en-GB" sz="1800" dirty="0" smtClean="0"/>
              <a:t>Health Advisory Assistant - Provides personalized health recommendations</a:t>
            </a:r>
            <a:endParaRPr lang="en-IN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548320-B634-92CD-C520-43B25557F859}"/>
              </a:ext>
            </a:extLst>
          </p:cNvPr>
          <p:cNvSpPr txBox="1"/>
          <p:nvPr/>
        </p:nvSpPr>
        <p:spPr>
          <a:xfrm>
            <a:off x="1026605" y="1312643"/>
            <a:ext cx="453919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 smtClean="0">
                <a:latin typeface="Georgia" panose="02040502050405020303" pitchFamily="18" charset="0"/>
              </a:rPr>
              <a:t>Proposed solution </a:t>
            </a:r>
            <a:endParaRPr lang="en-US" sz="2800" b="1" dirty="0">
              <a:latin typeface="Georgia" panose="020405020504050203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EE1157-422B-2DEC-F7BF-0A06B973C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535997" y="1496505"/>
            <a:ext cx="11656003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  <a:cs typeface="Arial" panose="020B0604020202020204" pitchFamily="34" charset="0"/>
              </a:rPr>
              <a:t>Lifestyle Data Analysis Agent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 agent processes user lifestyle inputs such as physical activity, sleep quality, diet patterns, and stress levels, converting raw data into structured health summaries and behavioral trends.</a:t>
            </a: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526473" y="3051723"/>
            <a:ext cx="11665527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  <a:cs typeface="Arial" panose="020B0604020202020204" pitchFamily="34" charset="0"/>
              </a:rPr>
              <a:t>Preventive Risk Detection Agent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 agent compares lifestyle summaries with preventive healthcare and wellness guidelines using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Retrieval-Augmented Generation (RAG)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to identify early risk patterns linked to lifestyle behaviors.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526473" y="4900104"/>
            <a:ext cx="11665527" cy="12926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  <a:cs typeface="Arial" panose="020B0604020202020204" pitchFamily="34" charset="0"/>
              </a:rPr>
              <a:t>Health Advisory Assistant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This agent provides assistive, non-diagnostic health insights and practical lifestyle improvement suggestions focused on prevention, awareness, and long-term wellness.</a:t>
            </a:r>
          </a:p>
        </p:txBody>
      </p:sp>
    </p:spTree>
    <p:extLst>
      <p:ext uri="{BB962C8B-B14F-4D97-AF65-F5344CB8AC3E}">
        <p14:creationId xmlns:p14="http://schemas.microsoft.com/office/powerpoint/2010/main" val="2537993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>
          <a:extLst>
            <a:ext uri="{FF2B5EF4-FFF2-40B4-BE49-F238E27FC236}">
              <a16:creationId xmlns:a16="http://schemas.microsoft.com/office/drawing/2014/main" id="{1D21EE38-4FEA-9D7F-68F1-831EDFE1F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>
            <a:extLst>
              <a:ext uri="{FF2B5EF4-FFF2-40B4-BE49-F238E27FC236}">
                <a16:creationId xmlns:a16="http://schemas.microsoft.com/office/drawing/2014/main" id="{68C1E71E-9159-FD3B-73D2-CC7380E7CB93}"/>
              </a:ext>
            </a:extLst>
          </p:cNvPr>
          <p:cNvSpPr/>
          <p:nvPr/>
        </p:nvSpPr>
        <p:spPr>
          <a:xfrm>
            <a:off x="324894" y="4502602"/>
            <a:ext cx="2328056" cy="18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87C414-2D49-9E5D-A5D6-CF94524B9BE5}"/>
              </a:ext>
            </a:extLst>
          </p:cNvPr>
          <p:cNvSpPr txBox="1"/>
          <p:nvPr/>
        </p:nvSpPr>
        <p:spPr>
          <a:xfrm>
            <a:off x="1053491" y="1267890"/>
            <a:ext cx="549643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Georgia" panose="02040502050405020303" pitchFamily="18" charset="0"/>
              </a:rPr>
              <a:t>End user of project</a:t>
            </a:r>
            <a:endParaRPr lang="en-US" sz="2800" dirty="0">
              <a:latin typeface="Georgia" panose="020405020504050203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99F497-8CBE-8DC8-B6F2-DCAEF5D366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028700" y="2422090"/>
            <a:ext cx="965835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Individuals tracking lifestyle and wellness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Corporate wellness programs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Preventive healthcare platforms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Health awareness and wellness applications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Fitness and lifestyle monitoring solutions</a:t>
            </a:r>
          </a:p>
        </p:txBody>
      </p:sp>
    </p:spTree>
    <p:extLst>
      <p:ext uri="{BB962C8B-B14F-4D97-AF65-F5344CB8AC3E}">
        <p14:creationId xmlns:p14="http://schemas.microsoft.com/office/powerpoint/2010/main" val="4281176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7C2A09DE-0AE2-AA94-B2C1-84FDBDB9D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1FBD4A-3273-E454-091D-D5B0678FC299}"/>
              </a:ext>
            </a:extLst>
          </p:cNvPr>
          <p:cNvSpPr txBox="1"/>
          <p:nvPr/>
        </p:nvSpPr>
        <p:spPr>
          <a:xfrm>
            <a:off x="853440" y="1379982"/>
            <a:ext cx="7123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Georgia" panose="02040502050405020303" pitchFamily="18" charset="0"/>
              </a:rPr>
              <a:t>Technology Used</a:t>
            </a:r>
            <a:endParaRPr lang="en-IN" sz="2800" b="1" dirty="0">
              <a:latin typeface="Georgia" panose="020405020504050203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7608B5-9906-EFCF-959A-E89FC2E3EE19}"/>
              </a:ext>
            </a:extLst>
          </p:cNvPr>
          <p:cNvSpPr txBox="1"/>
          <p:nvPr/>
        </p:nvSpPr>
        <p:spPr>
          <a:xfrm>
            <a:off x="662940" y="2140458"/>
            <a:ext cx="105156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/>
              <a:t>Langflow</a:t>
            </a:r>
            <a:r>
              <a:rPr lang="en-US" sz="1800" dirty="0"/>
              <a:t> platform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/>
              <a:t>Langflow</a:t>
            </a:r>
            <a:r>
              <a:rPr lang="en-US" sz="1800" dirty="0"/>
              <a:t> component name –  Agent  , Chat input , Chat output </a:t>
            </a:r>
            <a:r>
              <a:rPr lang="en-US" sz="1800" dirty="0" smtClean="0"/>
              <a:t>,LLM, </a:t>
            </a:r>
            <a:r>
              <a:rPr lang="en-US" sz="1800" dirty="0" err="1" smtClean="0"/>
              <a:t>Tavily</a:t>
            </a:r>
            <a:r>
              <a:rPr lang="en-US" sz="1800" dirty="0" smtClean="0"/>
              <a:t> Search API, Parser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IBM </a:t>
            </a:r>
            <a:r>
              <a:rPr lang="en-US" sz="1800" dirty="0" err="1"/>
              <a:t>Grainte</a:t>
            </a:r>
            <a:r>
              <a:rPr lang="en-US" sz="1800" dirty="0"/>
              <a:t> model -  for </a:t>
            </a:r>
            <a:r>
              <a:rPr lang="en-US" sz="1800" dirty="0" err="1"/>
              <a:t>eg</a:t>
            </a:r>
            <a:r>
              <a:rPr lang="en-US" sz="1800" dirty="0"/>
              <a:t> – </a:t>
            </a:r>
            <a:r>
              <a:rPr lang="en-US" sz="1800" dirty="0" smtClean="0"/>
              <a:t>ibm-granite-3-8b-instruct  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IBM Cloud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RAG if used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IBM Watsonx.ai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err="1" smtClean="0"/>
              <a:t>Watsonx</a:t>
            </a: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72C005-E1BD-D1EA-4A68-50937DBCE5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405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/>
          <p:cNvSpPr/>
          <p:nvPr/>
        </p:nvSpPr>
        <p:spPr>
          <a:xfrm>
            <a:off x="1085374" y="1142343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Novelty and Uniqueness</a:t>
            </a:r>
            <a:endParaRPr sz="35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6BD740-4294-408A-9014-7C75E9F50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72667"/>
            <a:ext cx="11520407" cy="310052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914400" y="2546003"/>
            <a:ext cx="1076325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1800" dirty="0"/>
              <a:t>Uses an </a:t>
            </a:r>
            <a:r>
              <a:rPr lang="en-IN" sz="1800" b="1" dirty="0"/>
              <a:t>Agentic AI architecture</a:t>
            </a:r>
            <a:r>
              <a:rPr lang="en-IN" sz="1800" dirty="0"/>
              <a:t> instead of a single-model system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 smtClean="0"/>
              <a:t>Integrates </a:t>
            </a:r>
            <a:r>
              <a:rPr lang="en-IN" sz="1800" b="1" dirty="0"/>
              <a:t>Retrieval-Augmented Generation (RAG)</a:t>
            </a:r>
            <a:r>
              <a:rPr lang="en-IN" sz="1800" dirty="0"/>
              <a:t> with preventive healthcare guidelines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 smtClean="0"/>
              <a:t>Focuses </a:t>
            </a:r>
            <a:r>
              <a:rPr lang="en-IN" sz="1800" dirty="0"/>
              <a:t>on </a:t>
            </a:r>
            <a:r>
              <a:rPr lang="en-IN" sz="1800" b="1" dirty="0"/>
              <a:t>assistive, non-diagnostic preventive health insights</a:t>
            </a:r>
            <a:endParaRPr lang="en-IN" sz="1800" dirty="0"/>
          </a:p>
          <a:p>
            <a:pPr>
              <a:buFont typeface="Arial" panose="020B0604020202020204" pitchFamily="34" charset="0"/>
              <a:buChar char="•"/>
            </a:pPr>
            <a:endParaRPr lang="en-IN" sz="1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 smtClean="0"/>
              <a:t>Modular </a:t>
            </a:r>
            <a:r>
              <a:rPr lang="en-IN" sz="1800" dirty="0" err="1"/>
              <a:t>LangFlow</a:t>
            </a:r>
            <a:r>
              <a:rPr lang="en-IN" sz="1800" dirty="0"/>
              <a:t> design enables scalability and easy enhancement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IN" sz="1800" dirty="0" smtClean="0"/>
              <a:t>IBM </a:t>
            </a:r>
            <a:r>
              <a:rPr lang="en-IN" sz="1800" dirty="0"/>
              <a:t>Granite model ensures safe, reliable, and unbiased outputs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CDF2A78E-5A0E-6814-8AF4-0AE54B036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>
            <a:extLst>
              <a:ext uri="{FF2B5EF4-FFF2-40B4-BE49-F238E27FC236}">
                <a16:creationId xmlns:a16="http://schemas.microsoft.com/office/drawing/2014/main" id="{2A145802-2DD3-EEBA-7D44-210C05B98C91}"/>
              </a:ext>
            </a:extLst>
          </p:cNvPr>
          <p:cNvSpPr/>
          <p:nvPr/>
        </p:nvSpPr>
        <p:spPr>
          <a:xfrm>
            <a:off x="1128140" y="932839"/>
            <a:ext cx="5908929" cy="448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i="0" u="none" strike="noStrike" cap="none" dirty="0" err="1">
                <a:solidFill>
                  <a:srgbClr val="051D3A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Langflow</a:t>
            </a:r>
            <a:r>
              <a:rPr lang="en-US" sz="2800" b="1" i="0" u="none" strike="noStrike" cap="none" dirty="0">
                <a:solidFill>
                  <a:srgbClr val="051D3A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 component Used </a:t>
            </a:r>
            <a:endParaRPr lang="en-US" sz="2800" b="1" i="0" u="none" strike="noStrike" cap="none" dirty="0">
              <a:solidFill>
                <a:srgbClr val="000000"/>
              </a:solidFill>
              <a:latin typeface="Georgia" panose="02040502050405020303" pitchFamily="18" charset="0"/>
              <a:ea typeface="Times New Roman"/>
              <a:cs typeface="Times New Roman"/>
            </a:endParaRPr>
          </a:p>
        </p:txBody>
      </p:sp>
      <p:sp>
        <p:nvSpPr>
          <p:cNvPr id="148" name="Google Shape;148;p5">
            <a:extLst>
              <a:ext uri="{FF2B5EF4-FFF2-40B4-BE49-F238E27FC236}">
                <a16:creationId xmlns:a16="http://schemas.microsoft.com/office/drawing/2014/main" id="{69E3EADC-1EAD-7419-145C-20998925206E}"/>
              </a:ext>
            </a:extLst>
          </p:cNvPr>
          <p:cNvSpPr/>
          <p:nvPr/>
        </p:nvSpPr>
        <p:spPr>
          <a:xfrm>
            <a:off x="2264331" y="6784578"/>
            <a:ext cx="2140744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5">
            <a:extLst>
              <a:ext uri="{FF2B5EF4-FFF2-40B4-BE49-F238E27FC236}">
                <a16:creationId xmlns:a16="http://schemas.microsoft.com/office/drawing/2014/main" id="{04E5872A-C331-C8F3-5D71-8E953BAAFE03}"/>
              </a:ext>
            </a:extLst>
          </p:cNvPr>
          <p:cNvSpPr/>
          <p:nvPr/>
        </p:nvSpPr>
        <p:spPr>
          <a:xfrm>
            <a:off x="1782604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5">
            <a:extLst>
              <a:ext uri="{FF2B5EF4-FFF2-40B4-BE49-F238E27FC236}">
                <a16:creationId xmlns:a16="http://schemas.microsoft.com/office/drawing/2014/main" id="{76EF3801-5D99-5EFA-9AA2-AD265775E354}"/>
              </a:ext>
            </a:extLst>
          </p:cNvPr>
          <p:cNvSpPr/>
          <p:nvPr/>
        </p:nvSpPr>
        <p:spPr>
          <a:xfrm>
            <a:off x="5732383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1" name="Google Shape;151;p5">
            <a:extLst>
              <a:ext uri="{FF2B5EF4-FFF2-40B4-BE49-F238E27FC236}">
                <a16:creationId xmlns:a16="http://schemas.microsoft.com/office/drawing/2014/main" id="{DAD76A8A-9F2C-9EA9-25E9-40CD0FFAA869}"/>
              </a:ext>
            </a:extLst>
          </p:cNvPr>
          <p:cNvSpPr/>
          <p:nvPr/>
        </p:nvSpPr>
        <p:spPr>
          <a:xfrm>
            <a:off x="5077301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8D9C4260-2673-337C-C898-4C22E0F8FD65}"/>
              </a:ext>
            </a:extLst>
          </p:cNvPr>
          <p:cNvSpPr/>
          <p:nvPr/>
        </p:nvSpPr>
        <p:spPr>
          <a:xfrm>
            <a:off x="9027081" y="6784578"/>
            <a:ext cx="1793915" cy="224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937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6167C3C6-3747-E373-84C3-3927C443B067}"/>
              </a:ext>
            </a:extLst>
          </p:cNvPr>
          <p:cNvSpPr/>
          <p:nvPr/>
        </p:nvSpPr>
        <p:spPr>
          <a:xfrm>
            <a:off x="8371999" y="7100213"/>
            <a:ext cx="3104198" cy="73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5A7959-9FC6-1DAE-7A47-36165450E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723900" y="1504595"/>
            <a:ext cx="1109791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 Input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to accept user lifestyle data and health-related queries as the system’s entry point.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 Component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Orchestrates task execution by coordinating lifestyle analysis, risk detection, and advisory agents.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IBM 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Watsonx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AI (Granite Model)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Performs intelligent reasoning, understands health data patterns, and generates safe, unbiased responses.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Tavily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Search API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Retrieves trusted preventive healthcare and wellness guidelines for evidence-based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Parser Component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Extracts and structures relevant information from retrieved guideline documents.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Chat Output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Displays preventive risk summaries and assistive lifestyle recommendations to the user.</a:t>
            </a:r>
          </a:p>
        </p:txBody>
      </p:sp>
    </p:spTree>
    <p:extLst>
      <p:ext uri="{BB962C8B-B14F-4D97-AF65-F5344CB8AC3E}">
        <p14:creationId xmlns:p14="http://schemas.microsoft.com/office/powerpoint/2010/main" val="328526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>
          <a:extLst>
            <a:ext uri="{FF2B5EF4-FFF2-40B4-BE49-F238E27FC236}">
              <a16:creationId xmlns:a16="http://schemas.microsoft.com/office/drawing/2014/main" id="{CA6090C0-0478-84F9-6D20-717B6FEB7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8079FEC-4447-C4FA-64A4-CB532564DAF6}"/>
              </a:ext>
            </a:extLst>
          </p:cNvPr>
          <p:cNvSpPr txBox="1"/>
          <p:nvPr/>
        </p:nvSpPr>
        <p:spPr>
          <a:xfrm>
            <a:off x="3857750" y="360396"/>
            <a:ext cx="468406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latin typeface="Georgia" panose="02040502050405020303" pitchFamily="18" charset="0"/>
              </a:rPr>
              <a:t>Input </a:t>
            </a:r>
            <a:r>
              <a:rPr lang="en-US" sz="2800" b="1" dirty="0" smtClean="0">
                <a:latin typeface="Georgia" panose="02040502050405020303" pitchFamily="18" charset="0"/>
              </a:rPr>
              <a:t>Screenshot</a:t>
            </a:r>
            <a:endParaRPr lang="en-US" sz="2800" dirty="0">
              <a:latin typeface="Georgia" panose="020405020504050203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3ADE60-811A-97E9-24FE-F2F7F61F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486" y="1186770"/>
            <a:ext cx="10305143" cy="4669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01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6FA0F82B-7EE5-EAB0-F470-130BDAC82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0668C6FD-577A-7288-5642-1AFC22BD04F2}"/>
              </a:ext>
            </a:extLst>
          </p:cNvPr>
          <p:cNvSpPr/>
          <p:nvPr/>
        </p:nvSpPr>
        <p:spPr>
          <a:xfrm>
            <a:off x="1237774" y="877929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2800" b="1" i="0" u="none" strike="noStrike" cap="none" dirty="0">
                <a:solidFill>
                  <a:srgbClr val="051D3A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Future Scope </a:t>
            </a:r>
            <a:endParaRPr sz="2800" b="1" i="0" u="none" strike="noStrike" cap="none" dirty="0">
              <a:solidFill>
                <a:srgbClr val="000000"/>
              </a:solidFill>
              <a:latin typeface="Georgia" panose="02040502050405020303" pitchFamily="18" charset="0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B888011B-E4AC-77DB-4A60-BE2C891C49F5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91F05971-9256-10B5-6575-4E7C679C6DAA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F1C3EBC2-438F-C150-9ABF-F14321C2CC5C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96DCFED-2C83-7A17-CDB2-A4F4D4BBD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914400" y="2022040"/>
            <a:ext cx="1232535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with wearable and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health devices for real-time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Personalized preventive insights using long-term lifestyle trends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risk alerts and continuous monitoring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Multi-language support for wider accessibility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Integration with wellness platforms and healthcare systems</a:t>
            </a:r>
          </a:p>
        </p:txBody>
      </p:sp>
    </p:spTree>
    <p:extLst>
      <p:ext uri="{BB962C8B-B14F-4D97-AF65-F5344CB8AC3E}">
        <p14:creationId xmlns:p14="http://schemas.microsoft.com/office/powerpoint/2010/main" val="2136706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>
          <a:extLst>
            <a:ext uri="{FF2B5EF4-FFF2-40B4-BE49-F238E27FC236}">
              <a16:creationId xmlns:a16="http://schemas.microsoft.com/office/drawing/2014/main" id="{55016524-E738-3D8C-3BB2-B0BE7C665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8">
            <a:extLst>
              <a:ext uri="{FF2B5EF4-FFF2-40B4-BE49-F238E27FC236}">
                <a16:creationId xmlns:a16="http://schemas.microsoft.com/office/drawing/2014/main" id="{D62F03A8-A8A8-CB93-006E-7173DC866F6F}"/>
              </a:ext>
            </a:extLst>
          </p:cNvPr>
          <p:cNvSpPr/>
          <p:nvPr/>
        </p:nvSpPr>
        <p:spPr>
          <a:xfrm>
            <a:off x="1371124" y="1085747"/>
            <a:ext cx="6444496" cy="704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00"/>
              <a:buFont typeface="Times New Roman"/>
              <a:buNone/>
            </a:pPr>
            <a:r>
              <a:rPr lang="en-US" sz="3500" b="1" i="0" u="none" strike="noStrike" cap="none" dirty="0">
                <a:solidFill>
                  <a:srgbClr val="051D3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 Hub Link</a:t>
            </a:r>
            <a:endParaRPr sz="35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18">
            <a:extLst>
              <a:ext uri="{FF2B5EF4-FFF2-40B4-BE49-F238E27FC236}">
                <a16:creationId xmlns:a16="http://schemas.microsoft.com/office/drawing/2014/main" id="{15507A2F-9304-7475-5C74-2BAA93879CFE}"/>
              </a:ext>
            </a:extLst>
          </p:cNvPr>
          <p:cNvSpPr/>
          <p:nvPr/>
        </p:nvSpPr>
        <p:spPr>
          <a:xfrm>
            <a:off x="1365859" y="2252929"/>
            <a:ext cx="9214580" cy="427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162"/>
              </a:lnSpc>
              <a:buClr>
                <a:srgbClr val="2B3541"/>
              </a:buClr>
              <a:buSzPts val="1850"/>
            </a:pPr>
            <a:r>
              <a:rPr lang="en-US" sz="1850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https://github.com/mishrasr8/Health-Analyst/tree/main</a:t>
            </a:r>
            <a:endParaRPr lang="en-US" sz="1850" dirty="0">
              <a:solidFill>
                <a:srgbClr val="2B3541"/>
              </a:solidFill>
              <a:latin typeface="Times New Roman"/>
              <a:ea typeface="Times New Roman"/>
              <a:cs typeface="Times New Roman"/>
              <a:sym typeface="Times New Roman"/>
              <a:hlinkClick r:id="rId3"/>
            </a:endParaRPr>
          </a:p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 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0" name="Google Shape;280;p18">
            <a:extLst>
              <a:ext uri="{FF2B5EF4-FFF2-40B4-BE49-F238E27FC236}">
                <a16:creationId xmlns:a16="http://schemas.microsoft.com/office/drawing/2014/main" id="{A4423EF4-BB52-2693-03DD-9F7D92D05218}"/>
              </a:ext>
            </a:extLst>
          </p:cNvPr>
          <p:cNvSpPr/>
          <p:nvPr/>
        </p:nvSpPr>
        <p:spPr>
          <a:xfrm>
            <a:off x="1218724" y="3360216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8">
            <a:extLst>
              <a:ext uri="{FF2B5EF4-FFF2-40B4-BE49-F238E27FC236}">
                <a16:creationId xmlns:a16="http://schemas.microsoft.com/office/drawing/2014/main" id="{FF042814-8077-DBD5-E8B6-E0D870CADB86}"/>
              </a:ext>
            </a:extLst>
          </p:cNvPr>
          <p:cNvSpPr/>
          <p:nvPr/>
        </p:nvSpPr>
        <p:spPr>
          <a:xfrm>
            <a:off x="1218724" y="4395464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2" name="Google Shape;282;p18">
            <a:extLst>
              <a:ext uri="{FF2B5EF4-FFF2-40B4-BE49-F238E27FC236}">
                <a16:creationId xmlns:a16="http://schemas.microsoft.com/office/drawing/2014/main" id="{6A2761AF-8A54-98F2-52C2-794D9BA61C92}"/>
              </a:ext>
            </a:extLst>
          </p:cNvPr>
          <p:cNvSpPr/>
          <p:nvPr/>
        </p:nvSpPr>
        <p:spPr>
          <a:xfrm>
            <a:off x="1218724" y="5430713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Times New Roman"/>
              <a:buNone/>
            </a:pPr>
            <a:r>
              <a:rPr lang="en-US" sz="1850" b="0" i="0" u="none" strike="noStrike" cap="none" dirty="0">
                <a:solidFill>
                  <a:srgbClr val="2B354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·</a:t>
            </a:r>
            <a:endParaRPr sz="185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925A06-F7F9-F25E-EBB3-1891B33446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484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90302"/>
            <a:ext cx="12192000" cy="2477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A9DDD0D-7A91-1E4E-00BA-F7FF05ABF7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797" y="6315517"/>
            <a:ext cx="11520407" cy="3100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1254</TotalTime>
  <Words>555</Words>
  <Application>Microsoft Office PowerPoint</Application>
  <PresentationFormat>Widescreen</PresentationFormat>
  <Paragraphs>125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Georgia</vt:lpstr>
      <vt:lpstr>Times New Roman</vt:lpstr>
      <vt:lpstr>Tw Cen MT</vt:lpstr>
      <vt:lpstr>Droplet</vt:lpstr>
      <vt:lpstr>Agentic AI Hackathon: Building Intelligent Agents with IBM Granite and LangFlow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Manda Anirudh</dc:creator>
  <cp:lastModifiedBy>Dell</cp:lastModifiedBy>
  <cp:revision>129</cp:revision>
  <dcterms:created xsi:type="dcterms:W3CDTF">2025-07-08T05:06:56Z</dcterms:created>
  <dcterms:modified xsi:type="dcterms:W3CDTF">2026-01-28T06:26:12Z</dcterms:modified>
</cp:coreProperties>
</file>